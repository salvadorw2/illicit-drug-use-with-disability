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Lst>
  <p:notesMasterIdLst>
    <p:notesMasterId r:id="rId3"/>
  </p:notesMasterIdLst>
  <p:handoutMasterIdLst>
    <p:handoutMasterId r:id="rId4"/>
  </p:handoutMasterIdLst>
  <p:sldIdLst>
    <p:sldId id="256" r:id="rId2"/>
  </p:sldIdLst>
  <p:sldSz cx="43891200" cy="32918400"/>
  <p:notesSz cx="9296400" cy="7010400"/>
  <p:defaultTextStyle>
    <a:defPPr>
      <a:defRPr lang="en-US"/>
    </a:defPPr>
    <a:lvl1pPr algn="ctr" rtl="0" eaLnBrk="0" fontAlgn="base" hangingPunct="0">
      <a:lnSpc>
        <a:spcPct val="65000"/>
      </a:lnSpc>
      <a:spcBef>
        <a:spcPct val="50000"/>
      </a:spcBef>
      <a:spcAft>
        <a:spcPct val="0"/>
      </a:spcAft>
      <a:defRPr sz="5400" b="1" kern="1200">
        <a:solidFill>
          <a:schemeClr val="tx1"/>
        </a:solidFill>
        <a:latin typeface="Times New Roman" pitchFamily="18" charset="0"/>
        <a:ea typeface="+mn-ea"/>
        <a:cs typeface="+mn-cs"/>
      </a:defRPr>
    </a:lvl1pPr>
    <a:lvl2pPr marL="457200" algn="ctr" rtl="0" eaLnBrk="0" fontAlgn="base" hangingPunct="0">
      <a:lnSpc>
        <a:spcPct val="65000"/>
      </a:lnSpc>
      <a:spcBef>
        <a:spcPct val="50000"/>
      </a:spcBef>
      <a:spcAft>
        <a:spcPct val="0"/>
      </a:spcAft>
      <a:defRPr sz="5400" b="1" kern="1200">
        <a:solidFill>
          <a:schemeClr val="tx1"/>
        </a:solidFill>
        <a:latin typeface="Times New Roman" pitchFamily="18" charset="0"/>
        <a:ea typeface="+mn-ea"/>
        <a:cs typeface="+mn-cs"/>
      </a:defRPr>
    </a:lvl2pPr>
    <a:lvl3pPr marL="914400" algn="ctr" rtl="0" eaLnBrk="0" fontAlgn="base" hangingPunct="0">
      <a:lnSpc>
        <a:spcPct val="65000"/>
      </a:lnSpc>
      <a:spcBef>
        <a:spcPct val="50000"/>
      </a:spcBef>
      <a:spcAft>
        <a:spcPct val="0"/>
      </a:spcAft>
      <a:defRPr sz="5400" b="1" kern="1200">
        <a:solidFill>
          <a:schemeClr val="tx1"/>
        </a:solidFill>
        <a:latin typeface="Times New Roman" pitchFamily="18" charset="0"/>
        <a:ea typeface="+mn-ea"/>
        <a:cs typeface="+mn-cs"/>
      </a:defRPr>
    </a:lvl3pPr>
    <a:lvl4pPr marL="1371600" algn="ctr" rtl="0" eaLnBrk="0" fontAlgn="base" hangingPunct="0">
      <a:lnSpc>
        <a:spcPct val="65000"/>
      </a:lnSpc>
      <a:spcBef>
        <a:spcPct val="50000"/>
      </a:spcBef>
      <a:spcAft>
        <a:spcPct val="0"/>
      </a:spcAft>
      <a:defRPr sz="5400" b="1" kern="1200">
        <a:solidFill>
          <a:schemeClr val="tx1"/>
        </a:solidFill>
        <a:latin typeface="Times New Roman" pitchFamily="18" charset="0"/>
        <a:ea typeface="+mn-ea"/>
        <a:cs typeface="+mn-cs"/>
      </a:defRPr>
    </a:lvl4pPr>
    <a:lvl5pPr marL="1828800" algn="ctr" rtl="0" eaLnBrk="0" fontAlgn="base" hangingPunct="0">
      <a:lnSpc>
        <a:spcPct val="65000"/>
      </a:lnSpc>
      <a:spcBef>
        <a:spcPct val="50000"/>
      </a:spcBef>
      <a:spcAft>
        <a:spcPct val="0"/>
      </a:spcAft>
      <a:defRPr sz="5400" b="1" kern="1200">
        <a:solidFill>
          <a:schemeClr val="tx1"/>
        </a:solidFill>
        <a:latin typeface="Times New Roman" pitchFamily="18" charset="0"/>
        <a:ea typeface="+mn-ea"/>
        <a:cs typeface="+mn-cs"/>
      </a:defRPr>
    </a:lvl5pPr>
    <a:lvl6pPr marL="2286000" algn="l" defTabSz="914400" rtl="0" eaLnBrk="1" latinLnBrk="0" hangingPunct="1">
      <a:defRPr sz="5400" b="1" kern="1200">
        <a:solidFill>
          <a:schemeClr val="tx1"/>
        </a:solidFill>
        <a:latin typeface="Times New Roman" pitchFamily="18" charset="0"/>
        <a:ea typeface="+mn-ea"/>
        <a:cs typeface="+mn-cs"/>
      </a:defRPr>
    </a:lvl6pPr>
    <a:lvl7pPr marL="2743200" algn="l" defTabSz="914400" rtl="0" eaLnBrk="1" latinLnBrk="0" hangingPunct="1">
      <a:defRPr sz="5400" b="1" kern="1200">
        <a:solidFill>
          <a:schemeClr val="tx1"/>
        </a:solidFill>
        <a:latin typeface="Times New Roman" pitchFamily="18" charset="0"/>
        <a:ea typeface="+mn-ea"/>
        <a:cs typeface="+mn-cs"/>
      </a:defRPr>
    </a:lvl7pPr>
    <a:lvl8pPr marL="3200400" algn="l" defTabSz="914400" rtl="0" eaLnBrk="1" latinLnBrk="0" hangingPunct="1">
      <a:defRPr sz="5400" b="1" kern="1200">
        <a:solidFill>
          <a:schemeClr val="tx1"/>
        </a:solidFill>
        <a:latin typeface="Times New Roman" pitchFamily="18" charset="0"/>
        <a:ea typeface="+mn-ea"/>
        <a:cs typeface="+mn-cs"/>
      </a:defRPr>
    </a:lvl8pPr>
    <a:lvl9pPr marL="3657600" algn="l" defTabSz="914400" rtl="0" eaLnBrk="1" latinLnBrk="0" hangingPunct="1">
      <a:defRPr sz="5400" b="1" kern="1200">
        <a:solidFill>
          <a:schemeClr val="tx1"/>
        </a:solidFill>
        <a:latin typeface="Times New Roman" pitchFamily="18" charset="0"/>
        <a:ea typeface="+mn-ea"/>
        <a:cs typeface="+mn-cs"/>
      </a:defRPr>
    </a:lvl9pPr>
  </p:defaultTextStyle>
  <p:extLst>
    <p:ext uri="{EFAFB233-063F-42B5-8137-9DF3F51BA10A}">
      <p15:sldGuideLst xmlns:p15="http://schemas.microsoft.com/office/powerpoint/2012/main">
        <p15:guide id="1" orient="horz" pos="3888">
          <p15:clr>
            <a:srgbClr val="A4A3A4"/>
          </p15:clr>
        </p15:guide>
        <p15:guide id="2" pos="13872"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manda Nicole Ferguson" initials="ANF" lastIdx="8" clrIdx="0"/>
  <p:cmAuthor id="2" name="Abigail King" initials="AK"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60093"/>
    <a:srgbClr val="F5CB2E"/>
    <a:srgbClr val="E3B32B"/>
    <a:srgbClr val="CC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horzBarState="maximized">
    <p:restoredLeft sz="7890" autoAdjust="0"/>
    <p:restoredTop sz="94660" autoAdjust="0"/>
  </p:normalViewPr>
  <p:slideViewPr>
    <p:cSldViewPr>
      <p:cViewPr>
        <p:scale>
          <a:sx n="25" d="100"/>
          <a:sy n="25" d="100"/>
        </p:scale>
        <p:origin x="14" y="-293"/>
      </p:cViewPr>
      <p:guideLst>
        <p:guide orient="horz" pos="3888"/>
        <p:guide pos="13872"/>
      </p:guideLst>
    </p:cSldViewPr>
  </p:slideViewPr>
  <p:outlineViewPr>
    <p:cViewPr>
      <p:scale>
        <a:sx n="25" d="100"/>
        <a:sy n="25"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notesMaster" Target="notesMasters/notesMaster1.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commentAuthors" Target="commentAuthors.xml"/><Relationship Id="rId10" Type="http://schemas.microsoft.com/office/2016/11/relationships/changesInfo" Target="changesInfos/changesInfo1.xml"/><Relationship Id="rId4" Type="http://schemas.openxmlformats.org/officeDocument/2006/relationships/handoutMaster" Target="handoutMasters/handoutMaster1.xml"/><Relationship Id="rId9"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ean Waggoner" userId="342259fa954d45e0" providerId="LiveId" clId="{7AF04CEC-5B4B-4EA6-B0F2-DA5FA2BDB441}"/>
    <pc:docChg chg="undo custSel modSld">
      <pc:chgData name="Sean Waggoner" userId="342259fa954d45e0" providerId="LiveId" clId="{7AF04CEC-5B4B-4EA6-B0F2-DA5FA2BDB441}" dt="2022-11-17T23:37:28.485" v="6309" actId="20577"/>
      <pc:docMkLst>
        <pc:docMk/>
      </pc:docMkLst>
      <pc:sldChg chg="addSp delSp modSp mod">
        <pc:chgData name="Sean Waggoner" userId="342259fa954d45e0" providerId="LiveId" clId="{7AF04CEC-5B4B-4EA6-B0F2-DA5FA2BDB441}" dt="2022-11-17T23:37:28.485" v="6309" actId="20577"/>
        <pc:sldMkLst>
          <pc:docMk/>
          <pc:sldMk cId="0" sldId="256"/>
        </pc:sldMkLst>
        <pc:spChg chg="mod">
          <ac:chgData name="Sean Waggoner" userId="342259fa954d45e0" providerId="LiveId" clId="{7AF04CEC-5B4B-4EA6-B0F2-DA5FA2BDB441}" dt="2022-11-11T20:22:36.754" v="5943" actId="20577"/>
          <ac:spMkLst>
            <pc:docMk/>
            <pc:sldMk cId="0" sldId="256"/>
            <ac:spMk id="2" creationId="{00000000-0000-0000-0000-000000000000}"/>
          </ac:spMkLst>
        </pc:spChg>
        <pc:spChg chg="del">
          <ac:chgData name="Sean Waggoner" userId="342259fa954d45e0" providerId="LiveId" clId="{7AF04CEC-5B4B-4EA6-B0F2-DA5FA2BDB441}" dt="2022-11-06T22:45:46.484" v="2" actId="478"/>
          <ac:spMkLst>
            <pc:docMk/>
            <pc:sldMk cId="0" sldId="256"/>
            <ac:spMk id="3" creationId="{00000000-0000-0000-0000-000000000000}"/>
          </ac:spMkLst>
        </pc:spChg>
        <pc:spChg chg="add del mod">
          <ac:chgData name="Sean Waggoner" userId="342259fa954d45e0" providerId="LiveId" clId="{7AF04CEC-5B4B-4EA6-B0F2-DA5FA2BDB441}" dt="2022-11-09T02:20:28.061" v="5046" actId="478"/>
          <ac:spMkLst>
            <pc:docMk/>
            <pc:sldMk cId="0" sldId="256"/>
            <ac:spMk id="5" creationId="{9C2906B7-A137-EE83-638B-E069130700F8}"/>
          </ac:spMkLst>
        </pc:spChg>
        <pc:spChg chg="add del mod">
          <ac:chgData name="Sean Waggoner" userId="342259fa954d45e0" providerId="LiveId" clId="{7AF04CEC-5B4B-4EA6-B0F2-DA5FA2BDB441}" dt="2022-11-11T18:42:31.219" v="5739" actId="478"/>
          <ac:spMkLst>
            <pc:docMk/>
            <pc:sldMk cId="0" sldId="256"/>
            <ac:spMk id="5" creationId="{BBC6116B-DA55-26A1-CA0F-6B1016551DF2}"/>
          </ac:spMkLst>
        </pc:spChg>
        <pc:spChg chg="add del mod">
          <ac:chgData name="Sean Waggoner" userId="342259fa954d45e0" providerId="LiveId" clId="{7AF04CEC-5B4B-4EA6-B0F2-DA5FA2BDB441}" dt="2022-11-11T18:42:31.219" v="5739" actId="478"/>
          <ac:spMkLst>
            <pc:docMk/>
            <pc:sldMk cId="0" sldId="256"/>
            <ac:spMk id="6" creationId="{65B38E11-415B-4D3A-163D-3FE6A750A874}"/>
          </ac:spMkLst>
        </pc:spChg>
        <pc:spChg chg="mod">
          <ac:chgData name="Sean Waggoner" userId="342259fa954d45e0" providerId="LiveId" clId="{7AF04CEC-5B4B-4EA6-B0F2-DA5FA2BDB441}" dt="2022-11-07T20:29:09.200" v="1915" actId="313"/>
          <ac:spMkLst>
            <pc:docMk/>
            <pc:sldMk cId="0" sldId="256"/>
            <ac:spMk id="8" creationId="{00000000-0000-0000-0000-000000000000}"/>
          </ac:spMkLst>
        </pc:spChg>
        <pc:spChg chg="add del mod">
          <ac:chgData name="Sean Waggoner" userId="342259fa954d45e0" providerId="LiveId" clId="{7AF04CEC-5B4B-4EA6-B0F2-DA5FA2BDB441}" dt="2022-11-11T18:42:31.219" v="5739" actId="478"/>
          <ac:spMkLst>
            <pc:docMk/>
            <pc:sldMk cId="0" sldId="256"/>
            <ac:spMk id="9" creationId="{88BE617A-44D9-4112-2E25-9B2FD752E53B}"/>
          </ac:spMkLst>
        </pc:spChg>
        <pc:spChg chg="add mod">
          <ac:chgData name="Sean Waggoner" userId="342259fa954d45e0" providerId="LiveId" clId="{7AF04CEC-5B4B-4EA6-B0F2-DA5FA2BDB441}" dt="2022-11-12T03:26:25.476" v="6299" actId="1076"/>
          <ac:spMkLst>
            <pc:docMk/>
            <pc:sldMk cId="0" sldId="256"/>
            <ac:spMk id="10" creationId="{1A016FFD-8C68-0C80-22DB-50D49448DF90}"/>
          </ac:spMkLst>
        </pc:spChg>
        <pc:spChg chg="add del mod">
          <ac:chgData name="Sean Waggoner" userId="342259fa954d45e0" providerId="LiveId" clId="{7AF04CEC-5B4B-4EA6-B0F2-DA5FA2BDB441}" dt="2022-11-11T18:42:31.219" v="5739" actId="478"/>
          <ac:spMkLst>
            <pc:docMk/>
            <pc:sldMk cId="0" sldId="256"/>
            <ac:spMk id="10" creationId="{A12E6AAD-36EB-DF07-528C-132166A6F321}"/>
          </ac:spMkLst>
        </pc:spChg>
        <pc:spChg chg="add mod">
          <ac:chgData name="Sean Waggoner" userId="342259fa954d45e0" providerId="LiveId" clId="{7AF04CEC-5B4B-4EA6-B0F2-DA5FA2BDB441}" dt="2022-11-11T21:06:23.884" v="6296" actId="255"/>
          <ac:spMkLst>
            <pc:docMk/>
            <pc:sldMk cId="0" sldId="256"/>
            <ac:spMk id="16" creationId="{3EF68DAC-9806-E56C-C67E-47D10AC77FA7}"/>
          </ac:spMkLst>
        </pc:spChg>
        <pc:spChg chg="add mod">
          <ac:chgData name="Sean Waggoner" userId="342259fa954d45e0" providerId="LiveId" clId="{7AF04CEC-5B4B-4EA6-B0F2-DA5FA2BDB441}" dt="2022-11-12T03:26:25.476" v="6299" actId="1076"/>
          <ac:spMkLst>
            <pc:docMk/>
            <pc:sldMk cId="0" sldId="256"/>
            <ac:spMk id="17" creationId="{A5921640-93E9-7C7D-2358-055466569717}"/>
          </ac:spMkLst>
        </pc:spChg>
        <pc:spChg chg="add del mod">
          <ac:chgData name="Sean Waggoner" userId="342259fa954d45e0" providerId="LiveId" clId="{7AF04CEC-5B4B-4EA6-B0F2-DA5FA2BDB441}" dt="2022-11-11T18:42:31.219" v="5739" actId="478"/>
          <ac:spMkLst>
            <pc:docMk/>
            <pc:sldMk cId="0" sldId="256"/>
            <ac:spMk id="17" creationId="{DC5D927E-57B2-AABB-1896-725977BE03BB}"/>
          </ac:spMkLst>
        </pc:spChg>
        <pc:spChg chg="add del mod">
          <ac:chgData name="Sean Waggoner" userId="342259fa954d45e0" providerId="LiveId" clId="{7AF04CEC-5B4B-4EA6-B0F2-DA5FA2BDB441}" dt="2022-11-11T18:42:31.219" v="5739" actId="478"/>
          <ac:spMkLst>
            <pc:docMk/>
            <pc:sldMk cId="0" sldId="256"/>
            <ac:spMk id="18" creationId="{E0BF275F-2315-70AE-1F03-FFBF7B8F9F7A}"/>
          </ac:spMkLst>
        </pc:spChg>
        <pc:spChg chg="add del mod">
          <ac:chgData name="Sean Waggoner" userId="342259fa954d45e0" providerId="LiveId" clId="{7AF04CEC-5B4B-4EA6-B0F2-DA5FA2BDB441}" dt="2022-11-11T19:27:15.869" v="5790" actId="478"/>
          <ac:spMkLst>
            <pc:docMk/>
            <pc:sldMk cId="0" sldId="256"/>
            <ac:spMk id="19" creationId="{82D3E495-4650-0C10-CBC4-52CF7C6E3513}"/>
          </ac:spMkLst>
        </pc:spChg>
        <pc:spChg chg="add del mod">
          <ac:chgData name="Sean Waggoner" userId="342259fa954d45e0" providerId="LiveId" clId="{7AF04CEC-5B4B-4EA6-B0F2-DA5FA2BDB441}" dt="2022-11-11T19:56:27.408" v="5862" actId="478"/>
          <ac:spMkLst>
            <pc:docMk/>
            <pc:sldMk cId="0" sldId="256"/>
            <ac:spMk id="21" creationId="{9E7DCAA4-C4B9-20AA-E9E3-8727220D113D}"/>
          </ac:spMkLst>
        </pc:spChg>
        <pc:spChg chg="add del mod">
          <ac:chgData name="Sean Waggoner" userId="342259fa954d45e0" providerId="LiveId" clId="{7AF04CEC-5B4B-4EA6-B0F2-DA5FA2BDB441}" dt="2022-11-11T18:42:31.219" v="5739" actId="478"/>
          <ac:spMkLst>
            <pc:docMk/>
            <pc:sldMk cId="0" sldId="256"/>
            <ac:spMk id="22" creationId="{59462EC5-5489-E65A-6EF6-673455A9F078}"/>
          </ac:spMkLst>
        </pc:spChg>
        <pc:spChg chg="add mod">
          <ac:chgData name="Sean Waggoner" userId="342259fa954d45e0" providerId="LiveId" clId="{7AF04CEC-5B4B-4EA6-B0F2-DA5FA2BDB441}" dt="2022-11-11T19:59:20.925" v="5892" actId="1076"/>
          <ac:spMkLst>
            <pc:docMk/>
            <pc:sldMk cId="0" sldId="256"/>
            <ac:spMk id="24" creationId="{F191CDF6-A9F4-4B7C-D6F1-81E51EAF9DFA}"/>
          </ac:spMkLst>
        </pc:spChg>
        <pc:spChg chg="add mod">
          <ac:chgData name="Sean Waggoner" userId="342259fa954d45e0" providerId="LiveId" clId="{7AF04CEC-5B4B-4EA6-B0F2-DA5FA2BDB441}" dt="2022-11-11T19:59:20.925" v="5892" actId="1076"/>
          <ac:spMkLst>
            <pc:docMk/>
            <pc:sldMk cId="0" sldId="256"/>
            <ac:spMk id="25" creationId="{9BEFD46C-41B6-23F4-2B0E-1B3E83D26606}"/>
          </ac:spMkLst>
        </pc:spChg>
        <pc:spChg chg="add mod">
          <ac:chgData name="Sean Waggoner" userId="342259fa954d45e0" providerId="LiveId" clId="{7AF04CEC-5B4B-4EA6-B0F2-DA5FA2BDB441}" dt="2022-11-11T19:59:20.925" v="5892" actId="1076"/>
          <ac:spMkLst>
            <pc:docMk/>
            <pc:sldMk cId="0" sldId="256"/>
            <ac:spMk id="26" creationId="{A4031DB1-A220-2AA9-BE3C-E6AE4C9A4C34}"/>
          </ac:spMkLst>
        </pc:spChg>
        <pc:spChg chg="mod">
          <ac:chgData name="Sean Waggoner" userId="342259fa954d45e0" providerId="LiveId" clId="{7AF04CEC-5B4B-4EA6-B0F2-DA5FA2BDB441}" dt="2022-11-11T20:21:03.265" v="5939" actId="20577"/>
          <ac:spMkLst>
            <pc:docMk/>
            <pc:sldMk cId="0" sldId="256"/>
            <ac:spMk id="28" creationId="{00000000-0000-0000-0000-000000000000}"/>
          </ac:spMkLst>
        </pc:spChg>
        <pc:spChg chg="mod">
          <ac:chgData name="Sean Waggoner" userId="342259fa954d45e0" providerId="LiveId" clId="{7AF04CEC-5B4B-4EA6-B0F2-DA5FA2BDB441}" dt="2022-11-09T03:05:15.632" v="5141" actId="1076"/>
          <ac:spMkLst>
            <pc:docMk/>
            <pc:sldMk cId="0" sldId="256"/>
            <ac:spMk id="31" creationId="{2563EE39-0D63-43A0-A437-5CA8391EA565}"/>
          </ac:spMkLst>
        </pc:spChg>
        <pc:spChg chg="mod">
          <ac:chgData name="Sean Waggoner" userId="342259fa954d45e0" providerId="LiveId" clId="{7AF04CEC-5B4B-4EA6-B0F2-DA5FA2BDB441}" dt="2022-11-09T03:05:39.963" v="5145" actId="114"/>
          <ac:spMkLst>
            <pc:docMk/>
            <pc:sldMk cId="0" sldId="256"/>
            <ac:spMk id="32" creationId="{298453E3-900D-4C5B-9706-650586733976}"/>
          </ac:spMkLst>
        </pc:spChg>
        <pc:spChg chg="add mod">
          <ac:chgData name="Sean Waggoner" userId="342259fa954d45e0" providerId="LiveId" clId="{7AF04CEC-5B4B-4EA6-B0F2-DA5FA2BDB441}" dt="2022-11-11T19:59:20.925" v="5892" actId="1076"/>
          <ac:spMkLst>
            <pc:docMk/>
            <pc:sldMk cId="0" sldId="256"/>
            <ac:spMk id="33" creationId="{C40F6A17-DDA9-5A81-FDC8-74A8537B8C80}"/>
          </ac:spMkLst>
        </pc:spChg>
        <pc:spChg chg="del">
          <ac:chgData name="Sean Waggoner" userId="342259fa954d45e0" providerId="LiveId" clId="{7AF04CEC-5B4B-4EA6-B0F2-DA5FA2BDB441}" dt="2022-11-06T22:46:12.295" v="12" actId="478"/>
          <ac:spMkLst>
            <pc:docMk/>
            <pc:sldMk cId="0" sldId="256"/>
            <ac:spMk id="33" creationId="{E9AE02F4-CCF9-4E6E-9147-B8F246E2F684}"/>
          </ac:spMkLst>
        </pc:spChg>
        <pc:spChg chg="add mod">
          <ac:chgData name="Sean Waggoner" userId="342259fa954d45e0" providerId="LiveId" clId="{7AF04CEC-5B4B-4EA6-B0F2-DA5FA2BDB441}" dt="2022-11-11T19:59:20.925" v="5892" actId="1076"/>
          <ac:spMkLst>
            <pc:docMk/>
            <pc:sldMk cId="0" sldId="256"/>
            <ac:spMk id="34" creationId="{EF9BE971-1126-8482-D308-AB9E609C5557}"/>
          </ac:spMkLst>
        </pc:spChg>
        <pc:spChg chg="del">
          <ac:chgData name="Sean Waggoner" userId="342259fa954d45e0" providerId="LiveId" clId="{7AF04CEC-5B4B-4EA6-B0F2-DA5FA2BDB441}" dt="2022-11-06T22:45:52.172" v="3" actId="478"/>
          <ac:spMkLst>
            <pc:docMk/>
            <pc:sldMk cId="0" sldId="256"/>
            <ac:spMk id="35" creationId="{611CFA58-38FA-4BC8-B588-6F76159733E2}"/>
          </ac:spMkLst>
        </pc:spChg>
        <pc:spChg chg="add mod">
          <ac:chgData name="Sean Waggoner" userId="342259fa954d45e0" providerId="LiveId" clId="{7AF04CEC-5B4B-4EA6-B0F2-DA5FA2BDB441}" dt="2022-11-11T19:59:20.925" v="5892" actId="1076"/>
          <ac:spMkLst>
            <pc:docMk/>
            <pc:sldMk cId="0" sldId="256"/>
            <ac:spMk id="35" creationId="{DC6B842C-FAE3-2CC2-7660-5E3700CB52B8}"/>
          </ac:spMkLst>
        </pc:spChg>
        <pc:spChg chg="add mod">
          <ac:chgData name="Sean Waggoner" userId="342259fa954d45e0" providerId="LiveId" clId="{7AF04CEC-5B4B-4EA6-B0F2-DA5FA2BDB441}" dt="2022-11-11T19:59:20.925" v="5892" actId="1076"/>
          <ac:spMkLst>
            <pc:docMk/>
            <pc:sldMk cId="0" sldId="256"/>
            <ac:spMk id="37" creationId="{E6D79D39-6280-B28D-8757-7DACC8129676}"/>
          </ac:spMkLst>
        </pc:spChg>
        <pc:spChg chg="add mod">
          <ac:chgData name="Sean Waggoner" userId="342259fa954d45e0" providerId="LiveId" clId="{7AF04CEC-5B4B-4EA6-B0F2-DA5FA2BDB441}" dt="2022-11-12T03:26:34.444" v="6300" actId="1076"/>
          <ac:spMkLst>
            <pc:docMk/>
            <pc:sldMk cId="0" sldId="256"/>
            <ac:spMk id="40" creationId="{141B0021-9F16-43D7-6AB1-51ED78F68AB1}"/>
          </ac:spMkLst>
        </pc:spChg>
        <pc:spChg chg="del">
          <ac:chgData name="Sean Waggoner" userId="342259fa954d45e0" providerId="LiveId" clId="{7AF04CEC-5B4B-4EA6-B0F2-DA5FA2BDB441}" dt="2022-11-06T22:46:16.515" v="14" actId="478"/>
          <ac:spMkLst>
            <pc:docMk/>
            <pc:sldMk cId="0" sldId="256"/>
            <ac:spMk id="40" creationId="{EB6B886F-FF61-46E5-9EAA-F6FB044BC792}"/>
          </ac:spMkLst>
        </pc:spChg>
        <pc:spChg chg="add mod">
          <ac:chgData name="Sean Waggoner" userId="342259fa954d45e0" providerId="LiveId" clId="{7AF04CEC-5B4B-4EA6-B0F2-DA5FA2BDB441}" dt="2022-11-12T03:26:25.476" v="6299" actId="1076"/>
          <ac:spMkLst>
            <pc:docMk/>
            <pc:sldMk cId="0" sldId="256"/>
            <ac:spMk id="41" creationId="{A59CC11C-79D1-BA7D-B312-74C5098FB556}"/>
          </ac:spMkLst>
        </pc:spChg>
        <pc:spChg chg="mod">
          <ac:chgData name="Sean Waggoner" userId="342259fa954d45e0" providerId="LiveId" clId="{7AF04CEC-5B4B-4EA6-B0F2-DA5FA2BDB441}" dt="2022-11-11T20:55:39.264" v="6242" actId="20577"/>
          <ac:spMkLst>
            <pc:docMk/>
            <pc:sldMk cId="0" sldId="256"/>
            <ac:spMk id="44" creationId="{D809B03A-45AA-4D27-9E6A-F07A15098E65}"/>
          </ac:spMkLst>
        </pc:spChg>
        <pc:spChg chg="del">
          <ac:chgData name="Sean Waggoner" userId="342259fa954d45e0" providerId="LiveId" clId="{7AF04CEC-5B4B-4EA6-B0F2-DA5FA2BDB441}" dt="2022-11-06T22:46:06.543" v="9" actId="478"/>
          <ac:spMkLst>
            <pc:docMk/>
            <pc:sldMk cId="0" sldId="256"/>
            <ac:spMk id="45" creationId="{4074CE30-B342-42D1-B23E-D1944186AAE5}"/>
          </ac:spMkLst>
        </pc:spChg>
        <pc:spChg chg="add mod">
          <ac:chgData name="Sean Waggoner" userId="342259fa954d45e0" providerId="LiveId" clId="{7AF04CEC-5B4B-4EA6-B0F2-DA5FA2BDB441}" dt="2022-11-12T03:26:25.476" v="6299" actId="1076"/>
          <ac:spMkLst>
            <pc:docMk/>
            <pc:sldMk cId="0" sldId="256"/>
            <ac:spMk id="45" creationId="{8E565A1D-C78A-87C4-9FCC-A26F57AF1618}"/>
          </ac:spMkLst>
        </pc:spChg>
        <pc:spChg chg="del">
          <ac:chgData name="Sean Waggoner" userId="342259fa954d45e0" providerId="LiveId" clId="{7AF04CEC-5B4B-4EA6-B0F2-DA5FA2BDB441}" dt="2022-11-06T22:45:57.903" v="6" actId="478"/>
          <ac:spMkLst>
            <pc:docMk/>
            <pc:sldMk cId="0" sldId="256"/>
            <ac:spMk id="46" creationId="{2C2CD345-2E37-4E7E-B79B-70E8DB1581C1}"/>
          </ac:spMkLst>
        </pc:spChg>
        <pc:spChg chg="add mod">
          <ac:chgData name="Sean Waggoner" userId="342259fa954d45e0" providerId="LiveId" clId="{7AF04CEC-5B4B-4EA6-B0F2-DA5FA2BDB441}" dt="2022-11-12T03:26:25.476" v="6299" actId="1076"/>
          <ac:spMkLst>
            <pc:docMk/>
            <pc:sldMk cId="0" sldId="256"/>
            <ac:spMk id="46" creationId="{C5E2550D-D9F4-A8BF-C6BB-DE4C6486F051}"/>
          </ac:spMkLst>
        </pc:spChg>
        <pc:spChg chg="add mod">
          <ac:chgData name="Sean Waggoner" userId="342259fa954d45e0" providerId="LiveId" clId="{7AF04CEC-5B4B-4EA6-B0F2-DA5FA2BDB441}" dt="2022-11-12T03:26:25.476" v="6299" actId="1076"/>
          <ac:spMkLst>
            <pc:docMk/>
            <pc:sldMk cId="0" sldId="256"/>
            <ac:spMk id="47" creationId="{88597578-34C5-6C6A-CF79-446E600FDA96}"/>
          </ac:spMkLst>
        </pc:spChg>
        <pc:spChg chg="mod">
          <ac:chgData name="Sean Waggoner" userId="342259fa954d45e0" providerId="LiveId" clId="{7AF04CEC-5B4B-4EA6-B0F2-DA5FA2BDB441}" dt="2022-11-11T20:19:24.206" v="5922" actId="20577"/>
          <ac:spMkLst>
            <pc:docMk/>
            <pc:sldMk cId="0" sldId="256"/>
            <ac:spMk id="48" creationId="{00000000-0000-0000-0000-000000000000}"/>
          </ac:spMkLst>
        </pc:spChg>
        <pc:spChg chg="add mod">
          <ac:chgData name="Sean Waggoner" userId="342259fa954d45e0" providerId="LiveId" clId="{7AF04CEC-5B4B-4EA6-B0F2-DA5FA2BDB441}" dt="2022-11-12T03:26:25.476" v="6299" actId="1076"/>
          <ac:spMkLst>
            <pc:docMk/>
            <pc:sldMk cId="0" sldId="256"/>
            <ac:spMk id="49" creationId="{5315F782-287C-3AEA-D200-8B4284E2CB2C}"/>
          </ac:spMkLst>
        </pc:spChg>
        <pc:spChg chg="add del mod">
          <ac:chgData name="Sean Waggoner" userId="342259fa954d45e0" providerId="LiveId" clId="{7AF04CEC-5B4B-4EA6-B0F2-DA5FA2BDB441}" dt="2022-11-11T18:03:16.380" v="5732" actId="478"/>
          <ac:spMkLst>
            <pc:docMk/>
            <pc:sldMk cId="0" sldId="256"/>
            <ac:spMk id="49" creationId="{D3B3BCFE-1737-F470-E2EA-9B9FC067CDEE}"/>
          </ac:spMkLst>
        </pc:spChg>
        <pc:spChg chg="add del mod">
          <ac:chgData name="Sean Waggoner" userId="342259fa954d45e0" providerId="LiveId" clId="{7AF04CEC-5B4B-4EA6-B0F2-DA5FA2BDB441}" dt="2022-11-11T18:42:38.829" v="5740" actId="478"/>
          <ac:spMkLst>
            <pc:docMk/>
            <pc:sldMk cId="0" sldId="256"/>
            <ac:spMk id="50" creationId="{4678ED4C-163A-BA4F-8E2E-995A52A91ECB}"/>
          </ac:spMkLst>
        </pc:spChg>
        <pc:spChg chg="add del mod">
          <ac:chgData name="Sean Waggoner" userId="342259fa954d45e0" providerId="LiveId" clId="{7AF04CEC-5B4B-4EA6-B0F2-DA5FA2BDB441}" dt="2022-11-11T19:26:40.309" v="5786" actId="478"/>
          <ac:spMkLst>
            <pc:docMk/>
            <pc:sldMk cId="0" sldId="256"/>
            <ac:spMk id="51" creationId="{09D6B743-7CF6-2560-C728-600F81CD3B05}"/>
          </ac:spMkLst>
        </pc:spChg>
        <pc:spChg chg="add del mod">
          <ac:chgData name="Sean Waggoner" userId="342259fa954d45e0" providerId="LiveId" clId="{7AF04CEC-5B4B-4EA6-B0F2-DA5FA2BDB441}" dt="2022-11-11T18:42:43.456" v="5741" actId="478"/>
          <ac:spMkLst>
            <pc:docMk/>
            <pc:sldMk cId="0" sldId="256"/>
            <ac:spMk id="52" creationId="{FB63C045-FC93-A64A-C4C1-484C4CE48382}"/>
          </ac:spMkLst>
        </pc:spChg>
        <pc:spChg chg="add mod">
          <ac:chgData name="Sean Waggoner" userId="342259fa954d45e0" providerId="LiveId" clId="{7AF04CEC-5B4B-4EA6-B0F2-DA5FA2BDB441}" dt="2022-11-12T03:26:25.476" v="6299" actId="1076"/>
          <ac:spMkLst>
            <pc:docMk/>
            <pc:sldMk cId="0" sldId="256"/>
            <ac:spMk id="53" creationId="{3DFF173C-F7B2-4956-189F-6737F5D79313}"/>
          </ac:spMkLst>
        </pc:spChg>
        <pc:spChg chg="del">
          <ac:chgData name="Sean Waggoner" userId="342259fa954d45e0" providerId="LiveId" clId="{7AF04CEC-5B4B-4EA6-B0F2-DA5FA2BDB441}" dt="2022-11-06T22:46:01.397" v="7" actId="478"/>
          <ac:spMkLst>
            <pc:docMk/>
            <pc:sldMk cId="0" sldId="256"/>
            <ac:spMk id="53" creationId="{7329AA4D-5239-4A2F-BECB-30E0DA5B399E}"/>
          </ac:spMkLst>
        </pc:spChg>
        <pc:spChg chg="add mod">
          <ac:chgData name="Sean Waggoner" userId="342259fa954d45e0" providerId="LiveId" clId="{7AF04CEC-5B4B-4EA6-B0F2-DA5FA2BDB441}" dt="2022-11-12T03:26:25.476" v="6299" actId="1076"/>
          <ac:spMkLst>
            <pc:docMk/>
            <pc:sldMk cId="0" sldId="256"/>
            <ac:spMk id="54" creationId="{9AE225CC-38D6-73DE-E9CC-17F087D1294B}"/>
          </ac:spMkLst>
        </pc:spChg>
        <pc:spChg chg="add mod">
          <ac:chgData name="Sean Waggoner" userId="342259fa954d45e0" providerId="LiveId" clId="{7AF04CEC-5B4B-4EA6-B0F2-DA5FA2BDB441}" dt="2022-11-11T19:59:28.922" v="5893" actId="1076"/>
          <ac:spMkLst>
            <pc:docMk/>
            <pc:sldMk cId="0" sldId="256"/>
            <ac:spMk id="56" creationId="{EBF284A4-DEED-E5F9-ECEB-04EFA10F028F}"/>
          </ac:spMkLst>
        </pc:spChg>
        <pc:spChg chg="add mod">
          <ac:chgData name="Sean Waggoner" userId="342259fa954d45e0" providerId="LiveId" clId="{7AF04CEC-5B4B-4EA6-B0F2-DA5FA2BDB441}" dt="2022-11-11T19:59:28.922" v="5893" actId="1076"/>
          <ac:spMkLst>
            <pc:docMk/>
            <pc:sldMk cId="0" sldId="256"/>
            <ac:spMk id="57" creationId="{58D10C01-66D0-C745-8370-8DA8694E1FA6}"/>
          </ac:spMkLst>
        </pc:spChg>
        <pc:spChg chg="add mod">
          <ac:chgData name="Sean Waggoner" userId="342259fa954d45e0" providerId="LiveId" clId="{7AF04CEC-5B4B-4EA6-B0F2-DA5FA2BDB441}" dt="2022-11-11T19:59:28.922" v="5893" actId="1076"/>
          <ac:spMkLst>
            <pc:docMk/>
            <pc:sldMk cId="0" sldId="256"/>
            <ac:spMk id="58" creationId="{23C575D3-6504-079A-899F-D8C7A926EB71}"/>
          </ac:spMkLst>
        </pc:spChg>
        <pc:spChg chg="add mod">
          <ac:chgData name="Sean Waggoner" userId="342259fa954d45e0" providerId="LiveId" clId="{7AF04CEC-5B4B-4EA6-B0F2-DA5FA2BDB441}" dt="2022-11-11T19:59:28.922" v="5893" actId="1076"/>
          <ac:spMkLst>
            <pc:docMk/>
            <pc:sldMk cId="0" sldId="256"/>
            <ac:spMk id="59" creationId="{2C1AA7DA-CFBF-4DBB-09A4-B3A1BEAE1155}"/>
          </ac:spMkLst>
        </pc:spChg>
        <pc:spChg chg="add mod">
          <ac:chgData name="Sean Waggoner" userId="342259fa954d45e0" providerId="LiveId" clId="{7AF04CEC-5B4B-4EA6-B0F2-DA5FA2BDB441}" dt="2022-11-11T19:59:28.922" v="5893" actId="1076"/>
          <ac:spMkLst>
            <pc:docMk/>
            <pc:sldMk cId="0" sldId="256"/>
            <ac:spMk id="60" creationId="{9C244031-8AFE-949D-5EE4-59053DC4D336}"/>
          </ac:spMkLst>
        </pc:spChg>
        <pc:spChg chg="add mod">
          <ac:chgData name="Sean Waggoner" userId="342259fa954d45e0" providerId="LiveId" clId="{7AF04CEC-5B4B-4EA6-B0F2-DA5FA2BDB441}" dt="2022-11-11T19:59:28.922" v="5893" actId="1076"/>
          <ac:spMkLst>
            <pc:docMk/>
            <pc:sldMk cId="0" sldId="256"/>
            <ac:spMk id="61" creationId="{7068AF4B-C686-7C76-9852-90DAE715C799}"/>
          </ac:spMkLst>
        </pc:spChg>
        <pc:spChg chg="add mod">
          <ac:chgData name="Sean Waggoner" userId="342259fa954d45e0" providerId="LiveId" clId="{7AF04CEC-5B4B-4EA6-B0F2-DA5FA2BDB441}" dt="2022-11-11T19:59:28.922" v="5893" actId="1076"/>
          <ac:spMkLst>
            <pc:docMk/>
            <pc:sldMk cId="0" sldId="256"/>
            <ac:spMk id="62" creationId="{952715FC-C0C0-18C4-7E65-8F2F3A36F956}"/>
          </ac:spMkLst>
        </pc:spChg>
        <pc:spChg chg="del mod">
          <ac:chgData name="Sean Waggoner" userId="342259fa954d45e0" providerId="LiveId" clId="{7AF04CEC-5B4B-4EA6-B0F2-DA5FA2BDB441}" dt="2022-11-11T21:05:34.095" v="6292" actId="478"/>
          <ac:spMkLst>
            <pc:docMk/>
            <pc:sldMk cId="0" sldId="256"/>
            <ac:spMk id="1027" creationId="{00000000-0000-0000-0000-000000000000}"/>
          </ac:spMkLst>
        </pc:spChg>
        <pc:spChg chg="mod">
          <ac:chgData name="Sean Waggoner" userId="342259fa954d45e0" providerId="LiveId" clId="{7AF04CEC-5B4B-4EA6-B0F2-DA5FA2BDB441}" dt="2022-11-11T20:59:15.189" v="6247" actId="207"/>
          <ac:spMkLst>
            <pc:docMk/>
            <pc:sldMk cId="0" sldId="256"/>
            <ac:spMk id="1032" creationId="{00000000-0000-0000-0000-000000000000}"/>
          </ac:spMkLst>
        </pc:spChg>
        <pc:spChg chg="mod">
          <ac:chgData name="Sean Waggoner" userId="342259fa954d45e0" providerId="LiveId" clId="{7AF04CEC-5B4B-4EA6-B0F2-DA5FA2BDB441}" dt="2022-11-11T19:39:26.474" v="5860" actId="1076"/>
          <ac:spMkLst>
            <pc:docMk/>
            <pc:sldMk cId="0" sldId="256"/>
            <ac:spMk id="1037" creationId="{00000000-0000-0000-0000-000000000000}"/>
          </ac:spMkLst>
        </pc:spChg>
        <pc:spChg chg="del mod">
          <ac:chgData name="Sean Waggoner" userId="342259fa954d45e0" providerId="LiveId" clId="{7AF04CEC-5B4B-4EA6-B0F2-DA5FA2BDB441}" dt="2022-11-11T18:42:31.219" v="5739" actId="478"/>
          <ac:spMkLst>
            <pc:docMk/>
            <pc:sldMk cId="0" sldId="256"/>
            <ac:spMk id="1039" creationId="{00000000-0000-0000-0000-000000000000}"/>
          </ac:spMkLst>
        </pc:spChg>
        <pc:grpChg chg="mod">
          <ac:chgData name="Sean Waggoner" userId="342259fa954d45e0" providerId="LiveId" clId="{7AF04CEC-5B4B-4EA6-B0F2-DA5FA2BDB441}" dt="2022-11-07T20:26:17.170" v="1534" actId="14100"/>
          <ac:grpSpMkLst>
            <pc:docMk/>
            <pc:sldMk cId="0" sldId="256"/>
            <ac:grpSpMk id="11" creationId="{00000000-0000-0000-0000-000000000000}"/>
          </ac:grpSpMkLst>
        </pc:grpChg>
        <pc:grpChg chg="mod">
          <ac:chgData name="Sean Waggoner" userId="342259fa954d45e0" providerId="LiveId" clId="{7AF04CEC-5B4B-4EA6-B0F2-DA5FA2BDB441}" dt="2022-11-07T20:25:44.521" v="1509" actId="1076"/>
          <ac:grpSpMkLst>
            <pc:docMk/>
            <pc:sldMk cId="0" sldId="256"/>
            <ac:grpSpMk id="12" creationId="{00000000-0000-0000-0000-000000000000}"/>
          </ac:grpSpMkLst>
        </pc:grpChg>
        <pc:grpChg chg="mod">
          <ac:chgData name="Sean Waggoner" userId="342259fa954d45e0" providerId="LiveId" clId="{7AF04CEC-5B4B-4EA6-B0F2-DA5FA2BDB441}" dt="2022-11-07T20:27:57.201" v="1697" actId="1076"/>
          <ac:grpSpMkLst>
            <pc:docMk/>
            <pc:sldMk cId="0" sldId="256"/>
            <ac:grpSpMk id="13" creationId="{00000000-0000-0000-0000-000000000000}"/>
          </ac:grpSpMkLst>
        </pc:grpChg>
        <pc:grpChg chg="mod">
          <ac:chgData name="Sean Waggoner" userId="342259fa954d45e0" providerId="LiveId" clId="{7AF04CEC-5B4B-4EA6-B0F2-DA5FA2BDB441}" dt="2022-11-06T23:42:12.802" v="1173" actId="1076"/>
          <ac:grpSpMkLst>
            <pc:docMk/>
            <pc:sldMk cId="0" sldId="256"/>
            <ac:grpSpMk id="14" creationId="{00000000-0000-0000-0000-000000000000}"/>
          </ac:grpSpMkLst>
        </pc:grpChg>
        <pc:grpChg chg="mod">
          <ac:chgData name="Sean Waggoner" userId="342259fa954d45e0" providerId="LiveId" clId="{7AF04CEC-5B4B-4EA6-B0F2-DA5FA2BDB441}" dt="2022-11-11T20:24:54.255" v="6095" actId="1076"/>
          <ac:grpSpMkLst>
            <pc:docMk/>
            <pc:sldMk cId="0" sldId="256"/>
            <ac:grpSpMk id="30" creationId="{7BA27D5E-9B2C-4677-86DD-AD38C286E598}"/>
          </ac:grpSpMkLst>
        </pc:grpChg>
        <pc:grpChg chg="mod">
          <ac:chgData name="Sean Waggoner" userId="342259fa954d45e0" providerId="LiveId" clId="{7AF04CEC-5B4B-4EA6-B0F2-DA5FA2BDB441}" dt="2022-11-11T20:25:51.684" v="6231" actId="1076"/>
          <ac:grpSpMkLst>
            <pc:docMk/>
            <pc:sldMk cId="0" sldId="256"/>
            <ac:grpSpMk id="42" creationId="{8391677D-8426-46AE-AD72-CB1EAADA0D1F}"/>
          </ac:grpSpMkLst>
        </pc:grpChg>
        <pc:graphicFrameChg chg="add mod modGraphic">
          <ac:chgData name="Sean Waggoner" userId="342259fa954d45e0" providerId="LiveId" clId="{7AF04CEC-5B4B-4EA6-B0F2-DA5FA2BDB441}" dt="2022-11-11T21:01:03.195" v="6248" actId="12385"/>
          <ac:graphicFrameMkLst>
            <pc:docMk/>
            <pc:sldMk cId="0" sldId="256"/>
            <ac:graphicFrameMk id="3" creationId="{18923799-2811-5AB3-AC13-5F80BB93B558}"/>
          </ac:graphicFrameMkLst>
        </pc:graphicFrameChg>
        <pc:graphicFrameChg chg="add del mod">
          <ac:chgData name="Sean Waggoner" userId="342259fa954d45e0" providerId="LiveId" clId="{7AF04CEC-5B4B-4EA6-B0F2-DA5FA2BDB441}" dt="2022-11-11T18:03:38.526" v="5736"/>
          <ac:graphicFrameMkLst>
            <pc:docMk/>
            <pc:sldMk cId="0" sldId="256"/>
            <ac:graphicFrameMk id="3" creationId="{287F123C-1507-281E-6266-9EE79E222C70}"/>
          </ac:graphicFrameMkLst>
        </pc:graphicFrameChg>
        <pc:graphicFrameChg chg="add del mod">
          <ac:chgData name="Sean Waggoner" userId="342259fa954d45e0" providerId="LiveId" clId="{7AF04CEC-5B4B-4EA6-B0F2-DA5FA2BDB441}" dt="2022-11-11T18:42:31.219" v="5739" actId="478"/>
          <ac:graphicFrameMkLst>
            <pc:docMk/>
            <pc:sldMk cId="0" sldId="256"/>
            <ac:graphicFrameMk id="4" creationId="{59A5841B-EB36-04E0-2599-A3F09D834ADF}"/>
          </ac:graphicFrameMkLst>
        </pc:graphicFrameChg>
        <pc:graphicFrameChg chg="add mod modGraphic">
          <ac:chgData name="Sean Waggoner" userId="342259fa954d45e0" providerId="LiveId" clId="{7AF04CEC-5B4B-4EA6-B0F2-DA5FA2BDB441}" dt="2022-11-11T21:01:17.040" v="6250" actId="12385"/>
          <ac:graphicFrameMkLst>
            <pc:docMk/>
            <pc:sldMk cId="0" sldId="256"/>
            <ac:graphicFrameMk id="4" creationId="{C6BDC84E-B9DE-F88F-B384-96F1472993F5}"/>
          </ac:graphicFrameMkLst>
        </pc:graphicFrameChg>
        <pc:graphicFrameChg chg="add mod modGraphic">
          <ac:chgData name="Sean Waggoner" userId="342259fa954d45e0" providerId="LiveId" clId="{7AF04CEC-5B4B-4EA6-B0F2-DA5FA2BDB441}" dt="2022-11-11T21:01:33.803" v="6252" actId="1076"/>
          <ac:graphicFrameMkLst>
            <pc:docMk/>
            <pc:sldMk cId="0" sldId="256"/>
            <ac:graphicFrameMk id="38" creationId="{B0C9D744-1509-8999-ABD0-DA582B90BE44}"/>
          </ac:graphicFrameMkLst>
        </pc:graphicFrameChg>
        <pc:graphicFrameChg chg="add mod modGraphic">
          <ac:chgData name="Sean Waggoner" userId="342259fa954d45e0" providerId="LiveId" clId="{7AF04CEC-5B4B-4EA6-B0F2-DA5FA2BDB441}" dt="2022-11-17T23:37:28.485" v="6309" actId="20577"/>
          <ac:graphicFrameMkLst>
            <pc:docMk/>
            <pc:sldMk cId="0" sldId="256"/>
            <ac:graphicFrameMk id="55" creationId="{751B2A76-C338-1DB0-E54E-61F917F3978F}"/>
          </ac:graphicFrameMkLst>
        </pc:graphicFrameChg>
        <pc:picChg chg="add del mod">
          <ac:chgData name="Sean Waggoner" userId="342259fa954d45e0" providerId="LiveId" clId="{7AF04CEC-5B4B-4EA6-B0F2-DA5FA2BDB441}" dt="2022-11-09T02:19:36.818" v="5037" actId="478"/>
          <ac:picMkLst>
            <pc:docMk/>
            <pc:sldMk cId="0" sldId="256"/>
            <ac:picMk id="4" creationId="{73F5C886-0A7A-7A61-FC78-CF8EA29ECE68}"/>
          </ac:picMkLst>
        </pc:picChg>
        <pc:picChg chg="add del mod">
          <ac:chgData name="Sean Waggoner" userId="342259fa954d45e0" providerId="LiveId" clId="{7AF04CEC-5B4B-4EA6-B0F2-DA5FA2BDB441}" dt="2022-11-11T19:35:19.955" v="5798" actId="478"/>
          <ac:picMkLst>
            <pc:docMk/>
            <pc:sldMk cId="0" sldId="256"/>
            <ac:picMk id="5" creationId="{1F02A8D3-2380-29EA-E78E-86F0AE76FCC5}"/>
          </ac:picMkLst>
        </pc:picChg>
        <pc:picChg chg="del">
          <ac:chgData name="Sean Waggoner" userId="342259fa954d45e0" providerId="LiveId" clId="{7AF04CEC-5B4B-4EA6-B0F2-DA5FA2BDB441}" dt="2022-11-06T22:45:38.716" v="0" actId="478"/>
          <ac:picMkLst>
            <pc:docMk/>
            <pc:sldMk cId="0" sldId="256"/>
            <ac:picMk id="5" creationId="{273F807D-3A90-4CD2-A8FD-3F615555C84C}"/>
          </ac:picMkLst>
        </pc:picChg>
        <pc:picChg chg="add del mod">
          <ac:chgData name="Sean Waggoner" userId="342259fa954d45e0" providerId="LiveId" clId="{7AF04CEC-5B4B-4EA6-B0F2-DA5FA2BDB441}" dt="2022-11-09T02:46:04.438" v="5054" actId="478"/>
          <ac:picMkLst>
            <pc:docMk/>
            <pc:sldMk cId="0" sldId="256"/>
            <ac:picMk id="6" creationId="{36074F4A-630C-47EF-B4AE-5065549FD29E}"/>
          </ac:picMkLst>
        </pc:picChg>
        <pc:picChg chg="del">
          <ac:chgData name="Sean Waggoner" userId="342259fa954d45e0" providerId="LiveId" clId="{7AF04CEC-5B4B-4EA6-B0F2-DA5FA2BDB441}" dt="2022-11-06T22:46:09.554" v="11" actId="478"/>
          <ac:picMkLst>
            <pc:docMk/>
            <pc:sldMk cId="0" sldId="256"/>
            <ac:picMk id="6" creationId="{A4571303-4916-4BF4-AC6A-D65FD46D8115}"/>
          </ac:picMkLst>
        </pc:picChg>
        <pc:picChg chg="add mod">
          <ac:chgData name="Sean Waggoner" userId="342259fa954d45e0" providerId="LiveId" clId="{7AF04CEC-5B4B-4EA6-B0F2-DA5FA2BDB441}" dt="2022-11-11T21:04:39.618" v="6256" actId="14100"/>
          <ac:picMkLst>
            <pc:docMk/>
            <pc:sldMk cId="0" sldId="256"/>
            <ac:picMk id="6" creationId="{C0E1AAF6-41CA-79E1-7851-3495D2D0D66E}"/>
          </ac:picMkLst>
        </pc:picChg>
        <pc:picChg chg="add mod">
          <ac:chgData name="Sean Waggoner" userId="342259fa954d45e0" providerId="LiveId" clId="{7AF04CEC-5B4B-4EA6-B0F2-DA5FA2BDB441}" dt="2022-11-06T22:52:25.175" v="103" actId="14100"/>
          <ac:picMkLst>
            <pc:docMk/>
            <pc:sldMk cId="0" sldId="256"/>
            <ac:picMk id="7" creationId="{AD8B32AE-BFBF-1209-BDC8-2EC4EBDB6CAC}"/>
          </ac:picMkLst>
        </pc:picChg>
        <pc:picChg chg="add del mod">
          <ac:chgData name="Sean Waggoner" userId="342259fa954d45e0" providerId="LiveId" clId="{7AF04CEC-5B4B-4EA6-B0F2-DA5FA2BDB441}" dt="2022-11-09T02:20:24.496" v="5045" actId="478"/>
          <ac:picMkLst>
            <pc:docMk/>
            <pc:sldMk cId="0" sldId="256"/>
            <ac:picMk id="9" creationId="{D472E86C-38DF-4301-BAF2-15031F1DBF58}"/>
          </ac:picMkLst>
        </pc:picChg>
        <pc:picChg chg="add del mod">
          <ac:chgData name="Sean Waggoner" userId="342259fa954d45e0" providerId="LiveId" clId="{7AF04CEC-5B4B-4EA6-B0F2-DA5FA2BDB441}" dt="2022-11-11T21:04:19.714" v="6253" actId="478"/>
          <ac:picMkLst>
            <pc:docMk/>
            <pc:sldMk cId="0" sldId="256"/>
            <ac:picMk id="9" creationId="{E3ACFEE4-A064-09F7-95E8-D8A40C0BB081}"/>
          </ac:picMkLst>
        </pc:picChg>
        <pc:picChg chg="del">
          <ac:chgData name="Sean Waggoner" userId="342259fa954d45e0" providerId="LiveId" clId="{7AF04CEC-5B4B-4EA6-B0F2-DA5FA2BDB441}" dt="2022-11-06T22:46:13.534" v="13" actId="478"/>
          <ac:picMkLst>
            <pc:docMk/>
            <pc:sldMk cId="0" sldId="256"/>
            <ac:picMk id="9" creationId="{F81CE633-09F1-4352-92D6-37C695A65E48}"/>
          </ac:picMkLst>
        </pc:picChg>
        <pc:picChg chg="del">
          <ac:chgData name="Sean Waggoner" userId="342259fa954d45e0" providerId="LiveId" clId="{7AF04CEC-5B4B-4EA6-B0F2-DA5FA2BDB441}" dt="2022-11-06T22:46:07.928" v="10" actId="478"/>
          <ac:picMkLst>
            <pc:docMk/>
            <pc:sldMk cId="0" sldId="256"/>
            <ac:picMk id="10" creationId="{495B40C8-513C-4CD3-A95A-0A85CD3AAFED}"/>
          </ac:picMkLst>
        </pc:picChg>
        <pc:picChg chg="mod">
          <ac:chgData name="Sean Waggoner" userId="342259fa954d45e0" providerId="LiveId" clId="{7AF04CEC-5B4B-4EA6-B0F2-DA5FA2BDB441}" dt="2022-11-06T22:52:30.817" v="104" actId="14100"/>
          <ac:picMkLst>
            <pc:docMk/>
            <pc:sldMk cId="0" sldId="256"/>
            <ac:picMk id="15" creationId="{B77D50D0-8F87-42BB-889B-6B4EBE180711}"/>
          </ac:picMkLst>
        </pc:picChg>
        <pc:picChg chg="del">
          <ac:chgData name="Sean Waggoner" userId="342259fa954d45e0" providerId="LiveId" clId="{7AF04CEC-5B4B-4EA6-B0F2-DA5FA2BDB441}" dt="2022-11-06T22:45:53.708" v="4" actId="478"/>
          <ac:picMkLst>
            <pc:docMk/>
            <pc:sldMk cId="0" sldId="256"/>
            <ac:picMk id="16" creationId="{0A027BC0-F840-4CF8-B175-DB3C1EB736D8}"/>
          </ac:picMkLst>
        </pc:picChg>
        <pc:picChg chg="add del mod">
          <ac:chgData name="Sean Waggoner" userId="342259fa954d45e0" providerId="LiveId" clId="{7AF04CEC-5B4B-4EA6-B0F2-DA5FA2BDB441}" dt="2022-11-07T21:58:18.619" v="4986" actId="478"/>
          <ac:picMkLst>
            <pc:docMk/>
            <pc:sldMk cId="0" sldId="256"/>
            <ac:picMk id="16" creationId="{C638EF8D-E7AC-0595-3D68-8529D91C4C49}"/>
          </ac:picMkLst>
        </pc:picChg>
        <pc:picChg chg="add del mod">
          <ac:chgData name="Sean Waggoner" userId="342259fa954d45e0" providerId="LiveId" clId="{7AF04CEC-5B4B-4EA6-B0F2-DA5FA2BDB441}" dt="2022-11-11T19:26:40.309" v="5786" actId="478"/>
          <ac:picMkLst>
            <pc:docMk/>
            <pc:sldMk cId="0" sldId="256"/>
            <ac:picMk id="16" creationId="{C91E80D8-5591-7C46-35A9-CE8CC1788242}"/>
          </ac:picMkLst>
        </pc:picChg>
        <pc:picChg chg="del">
          <ac:chgData name="Sean Waggoner" userId="342259fa954d45e0" providerId="LiveId" clId="{7AF04CEC-5B4B-4EA6-B0F2-DA5FA2BDB441}" dt="2022-11-06T22:45:55.410" v="5" actId="478"/>
          <ac:picMkLst>
            <pc:docMk/>
            <pc:sldMk cId="0" sldId="256"/>
            <ac:picMk id="17" creationId="{919940CD-8B5A-473F-A68B-3144522CEEF3}"/>
          </ac:picMkLst>
        </pc:picChg>
        <pc:picChg chg="add del mod">
          <ac:chgData name="Sean Waggoner" userId="342259fa954d45e0" providerId="LiveId" clId="{7AF04CEC-5B4B-4EA6-B0F2-DA5FA2BDB441}" dt="2022-11-09T02:20:36.351" v="5048" actId="478"/>
          <ac:picMkLst>
            <pc:docMk/>
            <pc:sldMk cId="0" sldId="256"/>
            <ac:picMk id="18" creationId="{77F62642-2DBA-F712-6956-D16DAD50F2E4}"/>
          </ac:picMkLst>
        </pc:picChg>
        <pc:picChg chg="del">
          <ac:chgData name="Sean Waggoner" userId="342259fa954d45e0" providerId="LiveId" clId="{7AF04CEC-5B4B-4EA6-B0F2-DA5FA2BDB441}" dt="2022-11-06T22:45:43.362" v="1" actId="478"/>
          <ac:picMkLst>
            <pc:docMk/>
            <pc:sldMk cId="0" sldId="256"/>
            <ac:picMk id="19" creationId="{BFBF7E3C-3E29-4D7A-B457-0BA1E08E6EC2}"/>
          </ac:picMkLst>
        </pc:picChg>
        <pc:picChg chg="add del mod">
          <ac:chgData name="Sean Waggoner" userId="342259fa954d45e0" providerId="LiveId" clId="{7AF04CEC-5B4B-4EA6-B0F2-DA5FA2BDB441}" dt="2022-11-11T19:56:25.396" v="5861" actId="478"/>
          <ac:picMkLst>
            <pc:docMk/>
            <pc:sldMk cId="0" sldId="256"/>
            <ac:picMk id="20" creationId="{280FE95F-E29B-D841-D9CE-55B2FD4498DB}"/>
          </ac:picMkLst>
        </pc:picChg>
        <pc:picChg chg="add del mod">
          <ac:chgData name="Sean Waggoner" userId="342259fa954d45e0" providerId="LiveId" clId="{7AF04CEC-5B4B-4EA6-B0F2-DA5FA2BDB441}" dt="2022-11-06T22:56:24.993" v="113" actId="478"/>
          <ac:picMkLst>
            <pc:docMk/>
            <pc:sldMk cId="0" sldId="256"/>
            <ac:picMk id="20" creationId="{B30832EC-6BE9-CA40-400F-766FBAFFA986}"/>
          </ac:picMkLst>
        </pc:picChg>
        <pc:picChg chg="add mod">
          <ac:chgData name="Sean Waggoner" userId="342259fa954d45e0" providerId="LiveId" clId="{7AF04CEC-5B4B-4EA6-B0F2-DA5FA2BDB441}" dt="2022-11-11T20:01:46.712" v="5902" actId="1076"/>
          <ac:picMkLst>
            <pc:docMk/>
            <pc:sldMk cId="0" sldId="256"/>
            <ac:picMk id="22" creationId="{6BB00F04-A4A9-C717-FCAA-A952C72E2F20}"/>
          </ac:picMkLst>
        </pc:picChg>
        <pc:picChg chg="add del mod">
          <ac:chgData name="Sean Waggoner" userId="342259fa954d45e0" providerId="LiveId" clId="{7AF04CEC-5B4B-4EA6-B0F2-DA5FA2BDB441}" dt="2022-11-06T22:56:27.049" v="114" actId="478"/>
          <ac:picMkLst>
            <pc:docMk/>
            <pc:sldMk cId="0" sldId="256"/>
            <ac:picMk id="22" creationId="{F88CA601-9029-9EB4-B74C-603BC7F4D214}"/>
          </ac:picMkLst>
        </pc:picChg>
        <pc:picChg chg="add del mod">
          <ac:chgData name="Sean Waggoner" userId="342259fa954d45e0" providerId="LiveId" clId="{7AF04CEC-5B4B-4EA6-B0F2-DA5FA2BDB441}" dt="2022-11-11T19:27:15.869" v="5790" actId="478"/>
          <ac:picMkLst>
            <pc:docMk/>
            <pc:sldMk cId="0" sldId="256"/>
            <ac:picMk id="23" creationId="{385B49FF-AA02-A223-BCBA-197E443AE24D}"/>
          </ac:picMkLst>
        </pc:picChg>
        <pc:picChg chg="add del mod">
          <ac:chgData name="Sean Waggoner" userId="342259fa954d45e0" providerId="LiveId" clId="{7AF04CEC-5B4B-4EA6-B0F2-DA5FA2BDB441}" dt="2022-11-06T22:56:29.324" v="115" actId="478"/>
          <ac:picMkLst>
            <pc:docMk/>
            <pc:sldMk cId="0" sldId="256"/>
            <ac:picMk id="24" creationId="{44D491BE-AA6E-4D0D-1262-81B572439249}"/>
          </ac:picMkLst>
        </pc:picChg>
        <pc:picChg chg="add del mod">
          <ac:chgData name="Sean Waggoner" userId="342259fa954d45e0" providerId="LiveId" clId="{7AF04CEC-5B4B-4EA6-B0F2-DA5FA2BDB441}" dt="2022-11-11T18:03:14.082" v="5731" actId="478"/>
          <ac:picMkLst>
            <pc:docMk/>
            <pc:sldMk cId="0" sldId="256"/>
            <ac:picMk id="26" creationId="{D701BFD5-DF39-79A4-D9EE-03ECB2361FFE}"/>
          </ac:picMkLst>
        </pc:picChg>
        <pc:picChg chg="add del mod">
          <ac:chgData name="Sean Waggoner" userId="342259fa954d45e0" providerId="LiveId" clId="{7AF04CEC-5B4B-4EA6-B0F2-DA5FA2BDB441}" dt="2022-11-11T18:42:38.829" v="5740" actId="478"/>
          <ac:picMkLst>
            <pc:docMk/>
            <pc:sldMk cId="0" sldId="256"/>
            <ac:picMk id="36" creationId="{4282DF89-86DE-82B7-4183-E66CC6F73695}"/>
          </ac:picMkLst>
        </pc:picChg>
        <pc:picChg chg="del">
          <ac:chgData name="Sean Waggoner" userId="342259fa954d45e0" providerId="LiveId" clId="{7AF04CEC-5B4B-4EA6-B0F2-DA5FA2BDB441}" dt="2022-11-06T22:46:02.697" v="8" actId="478"/>
          <ac:picMkLst>
            <pc:docMk/>
            <pc:sldMk cId="0" sldId="256"/>
            <ac:picMk id="37" creationId="{1DAACAF9-351C-414E-A05A-B88BC71013D7}"/>
          </ac:picMkLst>
        </pc:picChg>
        <pc:picChg chg="add del mod">
          <ac:chgData name="Sean Waggoner" userId="342259fa954d45e0" providerId="LiveId" clId="{7AF04CEC-5B4B-4EA6-B0F2-DA5FA2BDB441}" dt="2022-11-11T18:42:44.780" v="5742" actId="478"/>
          <ac:picMkLst>
            <pc:docMk/>
            <pc:sldMk cId="0" sldId="256"/>
            <ac:picMk id="39" creationId="{D6E7FAAF-AE09-A19B-A199-BA80636D6B1F}"/>
          </ac:picMkLst>
        </pc:picChg>
        <pc:picChg chg="add del mod">
          <ac:chgData name="Sean Waggoner" userId="342259fa954d45e0" providerId="LiveId" clId="{7AF04CEC-5B4B-4EA6-B0F2-DA5FA2BDB441}" dt="2022-11-07T21:26:18.139" v="3369" actId="478"/>
          <ac:picMkLst>
            <pc:docMk/>
            <pc:sldMk cId="0" sldId="256"/>
            <ac:picMk id="47" creationId="{1F31143B-7830-83E7-2239-5F85E0B90172}"/>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hdr" sz="quarter"/>
          </p:nvPr>
        </p:nvSpPr>
        <p:spPr bwMode="auto">
          <a:xfrm>
            <a:off x="0" y="0"/>
            <a:ext cx="4027488" cy="350838"/>
          </a:xfrm>
          <a:prstGeom prst="rect">
            <a:avLst/>
          </a:prstGeom>
          <a:noFill/>
          <a:ln w="9525">
            <a:noFill/>
            <a:miter lim="800000"/>
            <a:headEnd/>
            <a:tailEnd/>
          </a:ln>
          <a:effectLst/>
        </p:spPr>
        <p:txBody>
          <a:bodyPr vert="horz" wrap="square" lIns="93160" tIns="46580" rIns="93160" bIns="46580" numCol="1" anchor="t" anchorCtr="0" compatLnSpc="1">
            <a:prstTxWarp prst="textNoShape">
              <a:avLst/>
            </a:prstTxWarp>
          </a:bodyPr>
          <a:lstStyle>
            <a:lvl1pPr algn="l" defTabSz="931696">
              <a:lnSpc>
                <a:spcPct val="100000"/>
              </a:lnSpc>
              <a:spcBef>
                <a:spcPct val="0"/>
              </a:spcBef>
              <a:defRPr sz="1200" b="0"/>
            </a:lvl1pPr>
          </a:lstStyle>
          <a:p>
            <a:pPr>
              <a:defRPr/>
            </a:pPr>
            <a:endParaRPr lang="en-US"/>
          </a:p>
        </p:txBody>
      </p:sp>
      <p:sp>
        <p:nvSpPr>
          <p:cNvPr id="4099" name="Rectangle 3"/>
          <p:cNvSpPr>
            <a:spLocks noGrp="1" noChangeArrowheads="1"/>
          </p:cNvSpPr>
          <p:nvPr>
            <p:ph type="dt" sz="quarter" idx="1"/>
          </p:nvPr>
        </p:nvSpPr>
        <p:spPr bwMode="auto">
          <a:xfrm>
            <a:off x="5268913" y="0"/>
            <a:ext cx="4027487" cy="350838"/>
          </a:xfrm>
          <a:prstGeom prst="rect">
            <a:avLst/>
          </a:prstGeom>
          <a:noFill/>
          <a:ln w="9525">
            <a:noFill/>
            <a:miter lim="800000"/>
            <a:headEnd/>
            <a:tailEnd/>
          </a:ln>
          <a:effectLst/>
        </p:spPr>
        <p:txBody>
          <a:bodyPr vert="horz" wrap="square" lIns="93160" tIns="46580" rIns="93160" bIns="46580" numCol="1" anchor="t" anchorCtr="0" compatLnSpc="1">
            <a:prstTxWarp prst="textNoShape">
              <a:avLst/>
            </a:prstTxWarp>
          </a:bodyPr>
          <a:lstStyle>
            <a:lvl1pPr algn="r" defTabSz="931696">
              <a:lnSpc>
                <a:spcPct val="100000"/>
              </a:lnSpc>
              <a:spcBef>
                <a:spcPct val="0"/>
              </a:spcBef>
              <a:defRPr sz="1200" b="0"/>
            </a:lvl1pPr>
          </a:lstStyle>
          <a:p>
            <a:pPr>
              <a:defRPr/>
            </a:pPr>
            <a:endParaRPr lang="en-US"/>
          </a:p>
        </p:txBody>
      </p:sp>
      <p:sp>
        <p:nvSpPr>
          <p:cNvPr id="4100" name="Rectangle 4"/>
          <p:cNvSpPr>
            <a:spLocks noGrp="1" noChangeArrowheads="1"/>
          </p:cNvSpPr>
          <p:nvPr>
            <p:ph type="ftr" sz="quarter" idx="2"/>
          </p:nvPr>
        </p:nvSpPr>
        <p:spPr bwMode="auto">
          <a:xfrm>
            <a:off x="0" y="6659563"/>
            <a:ext cx="4027488" cy="350837"/>
          </a:xfrm>
          <a:prstGeom prst="rect">
            <a:avLst/>
          </a:prstGeom>
          <a:noFill/>
          <a:ln w="9525">
            <a:noFill/>
            <a:miter lim="800000"/>
            <a:headEnd/>
            <a:tailEnd/>
          </a:ln>
          <a:effectLst/>
        </p:spPr>
        <p:txBody>
          <a:bodyPr vert="horz" wrap="square" lIns="93160" tIns="46580" rIns="93160" bIns="46580" numCol="1" anchor="b" anchorCtr="0" compatLnSpc="1">
            <a:prstTxWarp prst="textNoShape">
              <a:avLst/>
            </a:prstTxWarp>
          </a:bodyPr>
          <a:lstStyle>
            <a:lvl1pPr algn="l" defTabSz="931696">
              <a:lnSpc>
                <a:spcPct val="100000"/>
              </a:lnSpc>
              <a:spcBef>
                <a:spcPct val="0"/>
              </a:spcBef>
              <a:defRPr sz="1200" b="0"/>
            </a:lvl1pPr>
          </a:lstStyle>
          <a:p>
            <a:pPr>
              <a:defRPr/>
            </a:pPr>
            <a:endParaRPr lang="en-US"/>
          </a:p>
        </p:txBody>
      </p:sp>
      <p:sp>
        <p:nvSpPr>
          <p:cNvPr id="4101" name="Rectangle 5"/>
          <p:cNvSpPr>
            <a:spLocks noGrp="1" noChangeArrowheads="1"/>
          </p:cNvSpPr>
          <p:nvPr>
            <p:ph type="sldNum" sz="quarter" idx="3"/>
          </p:nvPr>
        </p:nvSpPr>
        <p:spPr bwMode="auto">
          <a:xfrm>
            <a:off x="5268913" y="6659563"/>
            <a:ext cx="4027487" cy="350837"/>
          </a:xfrm>
          <a:prstGeom prst="rect">
            <a:avLst/>
          </a:prstGeom>
          <a:noFill/>
          <a:ln w="9525">
            <a:noFill/>
            <a:miter lim="800000"/>
            <a:headEnd/>
            <a:tailEnd/>
          </a:ln>
          <a:effectLst/>
        </p:spPr>
        <p:txBody>
          <a:bodyPr vert="horz" wrap="square" lIns="93160" tIns="46580" rIns="93160" bIns="46580" numCol="1" anchor="b" anchorCtr="0" compatLnSpc="1">
            <a:prstTxWarp prst="textNoShape">
              <a:avLst/>
            </a:prstTxWarp>
          </a:bodyPr>
          <a:lstStyle>
            <a:lvl1pPr algn="r" defTabSz="931696">
              <a:lnSpc>
                <a:spcPct val="100000"/>
              </a:lnSpc>
              <a:spcBef>
                <a:spcPct val="0"/>
              </a:spcBef>
              <a:defRPr sz="1200" b="0"/>
            </a:lvl1pPr>
          </a:lstStyle>
          <a:p>
            <a:pPr>
              <a:defRPr/>
            </a:pPr>
            <a:fld id="{51BFBB92-9EAF-4A98-AC69-D6A49C72F0D0}" type="slidenum">
              <a:rPr lang="en-US"/>
              <a:pPr>
                <a:defRPr/>
              </a:pPr>
              <a:t>‹#›</a:t>
            </a:fld>
            <a:endParaRPr lang="en-US"/>
          </a:p>
        </p:txBody>
      </p:sp>
    </p:spTree>
    <p:extLst>
      <p:ext uri="{BB962C8B-B14F-4D97-AF65-F5344CB8AC3E}">
        <p14:creationId xmlns:p14="http://schemas.microsoft.com/office/powerpoint/2010/main" val="386834319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027488" cy="350838"/>
          </a:xfrm>
          <a:prstGeom prst="rect">
            <a:avLst/>
          </a:prstGeom>
        </p:spPr>
        <p:txBody>
          <a:bodyPr vert="horz" lIns="20062" tIns="10031" rIns="20062" bIns="10031" rtlCol="0"/>
          <a:lstStyle>
            <a:lvl1pPr algn="l">
              <a:defRPr sz="300"/>
            </a:lvl1pPr>
          </a:lstStyle>
          <a:p>
            <a:pPr>
              <a:defRPr/>
            </a:pPr>
            <a:endParaRPr lang="en-US"/>
          </a:p>
        </p:txBody>
      </p:sp>
      <p:sp>
        <p:nvSpPr>
          <p:cNvPr id="3" name="Date Placeholder 2"/>
          <p:cNvSpPr>
            <a:spLocks noGrp="1"/>
          </p:cNvSpPr>
          <p:nvPr>
            <p:ph type="dt" idx="1"/>
          </p:nvPr>
        </p:nvSpPr>
        <p:spPr>
          <a:xfrm>
            <a:off x="5265738" y="0"/>
            <a:ext cx="4027487" cy="350838"/>
          </a:xfrm>
          <a:prstGeom prst="rect">
            <a:avLst/>
          </a:prstGeom>
        </p:spPr>
        <p:txBody>
          <a:bodyPr vert="horz" lIns="20062" tIns="10031" rIns="20062" bIns="10031" rtlCol="0"/>
          <a:lstStyle>
            <a:lvl1pPr algn="r">
              <a:defRPr sz="300"/>
            </a:lvl1pPr>
          </a:lstStyle>
          <a:p>
            <a:pPr>
              <a:defRPr/>
            </a:pPr>
            <a:fld id="{5CC69237-968C-4809-BBBD-9304D521757D}" type="datetimeFigureOut">
              <a:rPr lang="en-US"/>
              <a:pPr>
                <a:defRPr/>
              </a:pPr>
              <a:t>11/17/2022</a:t>
            </a:fld>
            <a:endParaRPr lang="en-US"/>
          </a:p>
        </p:txBody>
      </p:sp>
      <p:sp>
        <p:nvSpPr>
          <p:cNvPr id="4" name="Slide Image Placeholder 3"/>
          <p:cNvSpPr>
            <a:spLocks noGrp="1" noRot="1" noChangeAspect="1"/>
          </p:cNvSpPr>
          <p:nvPr>
            <p:ph type="sldImg" idx="2"/>
          </p:nvPr>
        </p:nvSpPr>
        <p:spPr>
          <a:xfrm>
            <a:off x="2895600" y="525463"/>
            <a:ext cx="3505200" cy="2628900"/>
          </a:xfrm>
          <a:prstGeom prst="rect">
            <a:avLst/>
          </a:prstGeom>
          <a:noFill/>
          <a:ln w="12700">
            <a:solidFill>
              <a:prstClr val="black"/>
            </a:solidFill>
          </a:ln>
        </p:spPr>
        <p:txBody>
          <a:bodyPr vert="horz" lIns="20062" tIns="10031" rIns="20062" bIns="10031" rtlCol="0" anchor="ctr"/>
          <a:lstStyle/>
          <a:p>
            <a:pPr lvl="0"/>
            <a:endParaRPr lang="en-US" noProof="0"/>
          </a:p>
        </p:txBody>
      </p:sp>
      <p:sp>
        <p:nvSpPr>
          <p:cNvPr id="5" name="Notes Placeholder 4"/>
          <p:cNvSpPr>
            <a:spLocks noGrp="1"/>
          </p:cNvSpPr>
          <p:nvPr>
            <p:ph type="body" sz="quarter" idx="3"/>
          </p:nvPr>
        </p:nvSpPr>
        <p:spPr>
          <a:xfrm>
            <a:off x="930275" y="3328988"/>
            <a:ext cx="7435850" cy="3155950"/>
          </a:xfrm>
          <a:prstGeom prst="rect">
            <a:avLst/>
          </a:prstGeom>
        </p:spPr>
        <p:txBody>
          <a:bodyPr vert="horz" lIns="20062" tIns="10031" rIns="20062" bIns="10031"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6659563"/>
            <a:ext cx="4027488" cy="349250"/>
          </a:xfrm>
          <a:prstGeom prst="rect">
            <a:avLst/>
          </a:prstGeom>
        </p:spPr>
        <p:txBody>
          <a:bodyPr vert="horz" lIns="20062" tIns="10031" rIns="20062" bIns="10031" rtlCol="0" anchor="b"/>
          <a:lstStyle>
            <a:lvl1pPr algn="l">
              <a:defRPr sz="300"/>
            </a:lvl1pPr>
          </a:lstStyle>
          <a:p>
            <a:pPr>
              <a:defRPr/>
            </a:pPr>
            <a:endParaRPr lang="en-US"/>
          </a:p>
        </p:txBody>
      </p:sp>
      <p:sp>
        <p:nvSpPr>
          <p:cNvPr id="7" name="Slide Number Placeholder 6"/>
          <p:cNvSpPr>
            <a:spLocks noGrp="1"/>
          </p:cNvSpPr>
          <p:nvPr>
            <p:ph type="sldNum" sz="quarter" idx="5"/>
          </p:nvPr>
        </p:nvSpPr>
        <p:spPr>
          <a:xfrm>
            <a:off x="5265738" y="6659563"/>
            <a:ext cx="4027487" cy="349250"/>
          </a:xfrm>
          <a:prstGeom prst="rect">
            <a:avLst/>
          </a:prstGeom>
        </p:spPr>
        <p:txBody>
          <a:bodyPr vert="horz" lIns="20062" tIns="10031" rIns="20062" bIns="10031" rtlCol="0" anchor="b"/>
          <a:lstStyle>
            <a:lvl1pPr algn="r">
              <a:defRPr sz="300"/>
            </a:lvl1pPr>
          </a:lstStyle>
          <a:p>
            <a:pPr>
              <a:defRPr/>
            </a:pPr>
            <a:fld id="{B4C89677-0636-4F7D-8E45-6997A3D61870}" type="slidenum">
              <a:rPr lang="en-US"/>
              <a:pPr>
                <a:defRPr/>
              </a:pPr>
              <a:t>‹#›</a:t>
            </a:fld>
            <a:endParaRPr lang="en-US"/>
          </a:p>
        </p:txBody>
      </p:sp>
    </p:spTree>
    <p:extLst>
      <p:ext uri="{BB962C8B-B14F-4D97-AF65-F5344CB8AC3E}">
        <p14:creationId xmlns:p14="http://schemas.microsoft.com/office/powerpoint/2010/main" val="253873229"/>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xmlns="">
                <a:solidFill>
                  <a:srgbClr val="FFFFFF"/>
                </a:solidFill>
              </a14:hiddenFill>
            </a:ext>
          </a:extLst>
        </p:spPr>
      </p:sp>
      <p:sp>
        <p:nvSpPr>
          <p:cNvPr id="4099" name="Notes Placeholder 2"/>
          <p:cNvSpPr>
            <a:spLocks noGrp="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p>
        </p:txBody>
      </p:sp>
      <p:sp>
        <p:nvSpPr>
          <p:cNvPr id="4100" name="Slide Number Placeholder 3"/>
          <p:cNvSpPr>
            <a:spLocks noGrp="1"/>
          </p:cNvSpPr>
          <p:nvPr>
            <p:ph type="sldNum" sz="quarter" idx="5"/>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numCol="1" anchorCtr="0" compatLnSpc="1">
            <a:prstTxWarp prst="textNoShape">
              <a:avLst/>
            </a:prstTxWarp>
          </a:bodyPr>
          <a:lstStyle>
            <a:lvl1pPr>
              <a:defRPr sz="5400" b="1">
                <a:solidFill>
                  <a:schemeClr val="tx1"/>
                </a:solidFill>
                <a:latin typeface="Times New Roman" pitchFamily="18" charset="0"/>
              </a:defRPr>
            </a:lvl1pPr>
            <a:lvl2pPr marL="742950" indent="-285750">
              <a:defRPr sz="5400" b="1">
                <a:solidFill>
                  <a:schemeClr val="tx1"/>
                </a:solidFill>
                <a:latin typeface="Times New Roman" pitchFamily="18" charset="0"/>
              </a:defRPr>
            </a:lvl2pPr>
            <a:lvl3pPr marL="1143000" indent="-228600">
              <a:defRPr sz="5400" b="1">
                <a:solidFill>
                  <a:schemeClr val="tx1"/>
                </a:solidFill>
                <a:latin typeface="Times New Roman" pitchFamily="18" charset="0"/>
              </a:defRPr>
            </a:lvl3pPr>
            <a:lvl4pPr marL="1600200" indent="-228600">
              <a:defRPr sz="5400" b="1">
                <a:solidFill>
                  <a:schemeClr val="tx1"/>
                </a:solidFill>
                <a:latin typeface="Times New Roman" pitchFamily="18" charset="0"/>
              </a:defRPr>
            </a:lvl4pPr>
            <a:lvl5pPr marL="2057400" indent="-228600">
              <a:defRPr sz="5400" b="1">
                <a:solidFill>
                  <a:schemeClr val="tx1"/>
                </a:solidFill>
                <a:latin typeface="Times New Roman" pitchFamily="18" charset="0"/>
              </a:defRPr>
            </a:lvl5pPr>
            <a:lvl6pPr marL="2514600" indent="-228600" algn="ctr" eaLnBrk="0" fontAlgn="base" hangingPunct="0">
              <a:lnSpc>
                <a:spcPct val="65000"/>
              </a:lnSpc>
              <a:spcBef>
                <a:spcPct val="50000"/>
              </a:spcBef>
              <a:spcAft>
                <a:spcPct val="0"/>
              </a:spcAft>
              <a:defRPr sz="5400" b="1">
                <a:solidFill>
                  <a:schemeClr val="tx1"/>
                </a:solidFill>
                <a:latin typeface="Times New Roman" pitchFamily="18" charset="0"/>
              </a:defRPr>
            </a:lvl6pPr>
            <a:lvl7pPr marL="2971800" indent="-228600" algn="ctr" eaLnBrk="0" fontAlgn="base" hangingPunct="0">
              <a:lnSpc>
                <a:spcPct val="65000"/>
              </a:lnSpc>
              <a:spcBef>
                <a:spcPct val="50000"/>
              </a:spcBef>
              <a:spcAft>
                <a:spcPct val="0"/>
              </a:spcAft>
              <a:defRPr sz="5400" b="1">
                <a:solidFill>
                  <a:schemeClr val="tx1"/>
                </a:solidFill>
                <a:latin typeface="Times New Roman" pitchFamily="18" charset="0"/>
              </a:defRPr>
            </a:lvl7pPr>
            <a:lvl8pPr marL="3429000" indent="-228600" algn="ctr" eaLnBrk="0" fontAlgn="base" hangingPunct="0">
              <a:lnSpc>
                <a:spcPct val="65000"/>
              </a:lnSpc>
              <a:spcBef>
                <a:spcPct val="50000"/>
              </a:spcBef>
              <a:spcAft>
                <a:spcPct val="0"/>
              </a:spcAft>
              <a:defRPr sz="5400" b="1">
                <a:solidFill>
                  <a:schemeClr val="tx1"/>
                </a:solidFill>
                <a:latin typeface="Times New Roman" pitchFamily="18" charset="0"/>
              </a:defRPr>
            </a:lvl8pPr>
            <a:lvl9pPr marL="3886200" indent="-228600" algn="ctr" eaLnBrk="0" fontAlgn="base" hangingPunct="0">
              <a:lnSpc>
                <a:spcPct val="65000"/>
              </a:lnSpc>
              <a:spcBef>
                <a:spcPct val="50000"/>
              </a:spcBef>
              <a:spcAft>
                <a:spcPct val="0"/>
              </a:spcAft>
              <a:defRPr sz="5400" b="1">
                <a:solidFill>
                  <a:schemeClr val="tx1"/>
                </a:solidFill>
                <a:latin typeface="Times New Roman" pitchFamily="18" charset="0"/>
              </a:defRPr>
            </a:lvl9pPr>
          </a:lstStyle>
          <a:p>
            <a:fld id="{7350F54E-324E-4420-A58C-1451A26E1E91}" type="slidenum">
              <a:rPr lang="en-US" sz="300" smtClean="0"/>
              <a:pPr/>
              <a:t>1</a:t>
            </a:fld>
            <a:endParaRPr lang="en-US" sz="300"/>
          </a:p>
        </p:txBody>
      </p:sp>
    </p:spTree>
    <p:extLst>
      <p:ext uri="{BB962C8B-B14F-4D97-AF65-F5344CB8AC3E}">
        <p14:creationId xmlns:p14="http://schemas.microsoft.com/office/powerpoint/2010/main" val="356588561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3292475" y="10226675"/>
            <a:ext cx="37306250" cy="7054850"/>
          </a:xfrm>
        </p:spPr>
        <p:txBody>
          <a:bodyPr/>
          <a:lstStyle/>
          <a:p>
            <a:r>
              <a:rPr lang="en-US"/>
              <a:t>Click to edit Master title style</a:t>
            </a:r>
          </a:p>
        </p:txBody>
      </p:sp>
      <p:sp>
        <p:nvSpPr>
          <p:cNvPr id="3" name="Subtitle 2"/>
          <p:cNvSpPr>
            <a:spLocks noGrp="1"/>
          </p:cNvSpPr>
          <p:nvPr>
            <p:ph type="subTitle" idx="1"/>
          </p:nvPr>
        </p:nvSpPr>
        <p:spPr>
          <a:xfrm>
            <a:off x="6583363" y="18653125"/>
            <a:ext cx="30724475" cy="841375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38CE9746-3E67-4984-B2FE-1AF1BA16340E}" type="slidenum">
              <a:rPr lang="en-US"/>
              <a:pPr>
                <a:defRPr/>
              </a:pPr>
              <a:t>‹#›</a:t>
            </a:fld>
            <a:endParaRPr lang="en-US"/>
          </a:p>
        </p:txBody>
      </p:sp>
    </p:spTree>
    <p:extLst>
      <p:ext uri="{BB962C8B-B14F-4D97-AF65-F5344CB8AC3E}">
        <p14:creationId xmlns:p14="http://schemas.microsoft.com/office/powerpoint/2010/main" val="29381238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D1E4A587-5FAF-42E6-BE45-17C25F99A991}" type="slidenum">
              <a:rPr lang="en-US"/>
              <a:pPr>
                <a:defRPr/>
              </a:pPr>
              <a:t>‹#›</a:t>
            </a:fld>
            <a:endParaRPr lang="en-US"/>
          </a:p>
        </p:txBody>
      </p:sp>
    </p:spTree>
    <p:extLst>
      <p:ext uri="{BB962C8B-B14F-4D97-AF65-F5344CB8AC3E}">
        <p14:creationId xmlns:p14="http://schemas.microsoft.com/office/powerpoint/2010/main" val="40369913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467100" y="21153438"/>
            <a:ext cx="37307838" cy="653732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3467100" y="13952538"/>
            <a:ext cx="37307838" cy="7200900"/>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C188EA6C-4A5C-449A-8168-A4D2F9419EE9}" type="slidenum">
              <a:rPr lang="en-US"/>
              <a:pPr>
                <a:defRPr/>
              </a:pPr>
              <a:t>‹#›</a:t>
            </a:fld>
            <a:endParaRPr lang="en-US"/>
          </a:p>
        </p:txBody>
      </p:sp>
    </p:spTree>
    <p:extLst>
      <p:ext uri="{BB962C8B-B14F-4D97-AF65-F5344CB8AC3E}">
        <p14:creationId xmlns:p14="http://schemas.microsoft.com/office/powerpoint/2010/main" val="34233910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3290888" y="9510713"/>
            <a:ext cx="18578512" cy="1975008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22021800" y="9510713"/>
            <a:ext cx="18578513" cy="1975008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5EB4A3CC-8336-4978-A66C-FB77D18E1F46}" type="slidenum">
              <a:rPr lang="en-US"/>
              <a:pPr>
                <a:defRPr/>
              </a:pPr>
              <a:t>‹#›</a:t>
            </a:fld>
            <a:endParaRPr lang="en-US"/>
          </a:p>
        </p:txBody>
      </p:sp>
    </p:spTree>
    <p:extLst>
      <p:ext uri="{BB962C8B-B14F-4D97-AF65-F5344CB8AC3E}">
        <p14:creationId xmlns:p14="http://schemas.microsoft.com/office/powerpoint/2010/main" val="27454913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193925" y="1317625"/>
            <a:ext cx="39503350" cy="54864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2193925" y="7369175"/>
            <a:ext cx="19392900" cy="307022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193925" y="10439400"/>
            <a:ext cx="19392900" cy="189658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22296438" y="7369175"/>
            <a:ext cx="19400837" cy="307022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22296438" y="10439400"/>
            <a:ext cx="19400837" cy="189658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pPr>
              <a:defRPr/>
            </a:pPr>
            <a:endParaRPr lang="en-US"/>
          </a:p>
        </p:txBody>
      </p:sp>
      <p:sp>
        <p:nvSpPr>
          <p:cNvPr id="8" name="Rectangle 5"/>
          <p:cNvSpPr>
            <a:spLocks noGrp="1" noChangeArrowheads="1"/>
          </p:cNvSpPr>
          <p:nvPr>
            <p:ph type="ftr" sz="quarter" idx="11"/>
          </p:nvPr>
        </p:nvSpPr>
        <p:spPr>
          <a:ln/>
        </p:spPr>
        <p:txBody>
          <a:bodyPr/>
          <a:lstStyle>
            <a:lvl1pPr>
              <a:defRPr/>
            </a:lvl1pPr>
          </a:lstStyle>
          <a:p>
            <a:pPr>
              <a:defRPr/>
            </a:pPr>
            <a:endParaRPr lang="en-US"/>
          </a:p>
        </p:txBody>
      </p:sp>
      <p:sp>
        <p:nvSpPr>
          <p:cNvPr id="9" name="Rectangle 6"/>
          <p:cNvSpPr>
            <a:spLocks noGrp="1" noChangeArrowheads="1"/>
          </p:cNvSpPr>
          <p:nvPr>
            <p:ph type="sldNum" sz="quarter" idx="12"/>
          </p:nvPr>
        </p:nvSpPr>
        <p:spPr>
          <a:ln/>
        </p:spPr>
        <p:txBody>
          <a:bodyPr/>
          <a:lstStyle>
            <a:lvl1pPr>
              <a:defRPr/>
            </a:lvl1pPr>
          </a:lstStyle>
          <a:p>
            <a:pPr>
              <a:defRPr/>
            </a:pPr>
            <a:fld id="{2008A453-5BDB-4A82-A97B-AE3AC9DF93EA}" type="slidenum">
              <a:rPr lang="en-US"/>
              <a:pPr>
                <a:defRPr/>
              </a:pPr>
              <a:t>‹#›</a:t>
            </a:fld>
            <a:endParaRPr lang="en-US"/>
          </a:p>
        </p:txBody>
      </p:sp>
    </p:spTree>
    <p:extLst>
      <p:ext uri="{BB962C8B-B14F-4D97-AF65-F5344CB8AC3E}">
        <p14:creationId xmlns:p14="http://schemas.microsoft.com/office/powerpoint/2010/main" val="21593228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ln/>
        </p:spPr>
        <p:txBody>
          <a:bodyPr/>
          <a:lstStyle>
            <a:lvl1pPr>
              <a:defRPr/>
            </a:lvl1pPr>
          </a:lstStyle>
          <a:p>
            <a:pPr>
              <a:defRPr/>
            </a:pPr>
            <a:endParaRPr lang="en-US"/>
          </a:p>
        </p:txBody>
      </p:sp>
      <p:sp>
        <p:nvSpPr>
          <p:cNvPr id="4" name="Rectangle 5"/>
          <p:cNvSpPr>
            <a:spLocks noGrp="1" noChangeArrowheads="1"/>
          </p:cNvSpPr>
          <p:nvPr>
            <p:ph type="ftr" sz="quarter" idx="11"/>
          </p:nvPr>
        </p:nvSpPr>
        <p:spPr>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pPr>
              <a:defRPr/>
            </a:pPr>
            <a:fld id="{9AE6625C-FC05-44C9-AD1B-5BE1C448AF41}" type="slidenum">
              <a:rPr lang="en-US"/>
              <a:pPr>
                <a:defRPr/>
              </a:pPr>
              <a:t>‹#›</a:t>
            </a:fld>
            <a:endParaRPr lang="en-US"/>
          </a:p>
        </p:txBody>
      </p:sp>
    </p:spTree>
    <p:extLst>
      <p:ext uri="{BB962C8B-B14F-4D97-AF65-F5344CB8AC3E}">
        <p14:creationId xmlns:p14="http://schemas.microsoft.com/office/powerpoint/2010/main" val="7936927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pPr>
              <a:defRPr/>
            </a:pPr>
            <a:fld id="{BD0A2B76-BBD0-4131-9F1A-F9B85BA33A5C}" type="slidenum">
              <a:rPr lang="en-US"/>
              <a:pPr>
                <a:defRPr/>
              </a:pPr>
              <a:t>‹#›</a:t>
            </a:fld>
            <a:endParaRPr lang="en-US"/>
          </a:p>
        </p:txBody>
      </p:sp>
    </p:spTree>
    <p:extLst>
      <p:ext uri="{BB962C8B-B14F-4D97-AF65-F5344CB8AC3E}">
        <p14:creationId xmlns:p14="http://schemas.microsoft.com/office/powerpoint/2010/main" val="26918857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193925" y="1311275"/>
            <a:ext cx="14439900" cy="5576888"/>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17160875" y="1311275"/>
            <a:ext cx="24536400" cy="28093988"/>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2193925" y="6888163"/>
            <a:ext cx="14439900" cy="2251710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6080D8EB-A991-429A-9F15-1E5050711380}" type="slidenum">
              <a:rPr lang="en-US"/>
              <a:pPr>
                <a:defRPr/>
              </a:pPr>
              <a:t>‹#›</a:t>
            </a:fld>
            <a:endParaRPr lang="en-US"/>
          </a:p>
        </p:txBody>
      </p:sp>
    </p:spTree>
    <p:extLst>
      <p:ext uri="{BB962C8B-B14F-4D97-AF65-F5344CB8AC3E}">
        <p14:creationId xmlns:p14="http://schemas.microsoft.com/office/powerpoint/2010/main" val="36252717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02663" y="23042563"/>
            <a:ext cx="26335037" cy="2720975"/>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8602663" y="2941638"/>
            <a:ext cx="26335037" cy="19750087"/>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8602663" y="25763538"/>
            <a:ext cx="26335037" cy="386238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766D1F85-FC8E-4B63-A86C-FC56C2C366AD}" type="slidenum">
              <a:rPr lang="en-US"/>
              <a:pPr>
                <a:defRPr/>
              </a:pPr>
              <a:t>‹#›</a:t>
            </a:fld>
            <a:endParaRPr lang="en-US"/>
          </a:p>
        </p:txBody>
      </p:sp>
    </p:spTree>
    <p:extLst>
      <p:ext uri="{BB962C8B-B14F-4D97-AF65-F5344CB8AC3E}">
        <p14:creationId xmlns:p14="http://schemas.microsoft.com/office/powerpoint/2010/main" val="30241195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67F46AF8-960E-4160-8BB5-686F276EDF71}" type="slidenum">
              <a:rPr lang="en-US"/>
              <a:pPr>
                <a:defRPr/>
              </a:pPr>
              <a:t>‹#›</a:t>
            </a:fld>
            <a:endParaRPr lang="en-US"/>
          </a:p>
        </p:txBody>
      </p:sp>
    </p:spTree>
    <p:extLst>
      <p:ext uri="{BB962C8B-B14F-4D97-AF65-F5344CB8AC3E}">
        <p14:creationId xmlns:p14="http://schemas.microsoft.com/office/powerpoint/2010/main" val="33931046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1273750" y="2924175"/>
            <a:ext cx="9326563" cy="263366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3290888" y="2924175"/>
            <a:ext cx="27830462" cy="263366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82589B9D-719E-42D8-8020-085B69862EA7}" type="slidenum">
              <a:rPr lang="en-US"/>
              <a:pPr>
                <a:defRPr/>
              </a:pPr>
              <a:t>‹#›</a:t>
            </a:fld>
            <a:endParaRPr lang="en-US"/>
          </a:p>
        </p:txBody>
      </p:sp>
    </p:spTree>
    <p:extLst>
      <p:ext uri="{BB962C8B-B14F-4D97-AF65-F5344CB8AC3E}">
        <p14:creationId xmlns:p14="http://schemas.microsoft.com/office/powerpoint/2010/main" val="4288244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title"/>
          </p:nvPr>
        </p:nvSpPr>
        <p:spPr bwMode="auto">
          <a:xfrm>
            <a:off x="3290888" y="2924175"/>
            <a:ext cx="37309425" cy="54864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438884" tIns="219442" rIns="438884" bIns="219442" numCol="1" anchor="ctr" anchorCtr="0" compatLnSpc="1">
            <a:prstTxWarp prst="textNoShape">
              <a:avLst/>
            </a:prstTxWarp>
          </a:bodyPr>
          <a:lstStyle/>
          <a:p>
            <a:pPr lvl="0"/>
            <a:r>
              <a:rPr lang="en-US"/>
              <a:t>Click to edit Master title style</a:t>
            </a:r>
          </a:p>
        </p:txBody>
      </p:sp>
      <p:sp>
        <p:nvSpPr>
          <p:cNvPr id="2051" name="Rectangle 3"/>
          <p:cNvSpPr>
            <a:spLocks noGrp="1" noChangeArrowheads="1"/>
          </p:cNvSpPr>
          <p:nvPr>
            <p:ph type="body" idx="1"/>
          </p:nvPr>
        </p:nvSpPr>
        <p:spPr bwMode="auto">
          <a:xfrm>
            <a:off x="3290888" y="9510713"/>
            <a:ext cx="37309425" cy="197500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438884" tIns="219442" rIns="438884" bIns="219442"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28" name="Rectangle 4"/>
          <p:cNvSpPr>
            <a:spLocks noGrp="1" noChangeArrowheads="1"/>
          </p:cNvSpPr>
          <p:nvPr>
            <p:ph type="dt" sz="half" idx="2"/>
          </p:nvPr>
        </p:nvSpPr>
        <p:spPr bwMode="auto">
          <a:xfrm>
            <a:off x="3290888" y="29994225"/>
            <a:ext cx="9144000" cy="2190750"/>
          </a:xfrm>
          <a:prstGeom prst="rect">
            <a:avLst/>
          </a:prstGeom>
          <a:noFill/>
          <a:ln w="9525">
            <a:noFill/>
            <a:miter lim="800000"/>
            <a:headEnd/>
            <a:tailEnd/>
          </a:ln>
          <a:effectLst/>
        </p:spPr>
        <p:txBody>
          <a:bodyPr vert="horz" wrap="square" lIns="438884" tIns="219442" rIns="438884" bIns="219442" numCol="1" anchor="t" anchorCtr="0" compatLnSpc="1">
            <a:prstTxWarp prst="textNoShape">
              <a:avLst/>
            </a:prstTxWarp>
          </a:bodyPr>
          <a:lstStyle>
            <a:lvl1pPr algn="l">
              <a:lnSpc>
                <a:spcPct val="100000"/>
              </a:lnSpc>
              <a:spcBef>
                <a:spcPct val="0"/>
              </a:spcBef>
              <a:defRPr sz="6700" b="0"/>
            </a:lvl1pPr>
          </a:lstStyle>
          <a:p>
            <a:pPr>
              <a:defRPr/>
            </a:pPr>
            <a:endParaRPr lang="en-US"/>
          </a:p>
        </p:txBody>
      </p:sp>
      <p:sp>
        <p:nvSpPr>
          <p:cNvPr id="1029" name="Rectangle 5"/>
          <p:cNvSpPr>
            <a:spLocks noGrp="1" noChangeArrowheads="1"/>
          </p:cNvSpPr>
          <p:nvPr>
            <p:ph type="ftr" sz="quarter" idx="3"/>
          </p:nvPr>
        </p:nvSpPr>
        <p:spPr bwMode="auto">
          <a:xfrm>
            <a:off x="14997113" y="29994225"/>
            <a:ext cx="13896975" cy="2190750"/>
          </a:xfrm>
          <a:prstGeom prst="rect">
            <a:avLst/>
          </a:prstGeom>
          <a:noFill/>
          <a:ln w="9525">
            <a:noFill/>
            <a:miter lim="800000"/>
            <a:headEnd/>
            <a:tailEnd/>
          </a:ln>
          <a:effectLst/>
        </p:spPr>
        <p:txBody>
          <a:bodyPr vert="horz" wrap="square" lIns="438884" tIns="219442" rIns="438884" bIns="219442" numCol="1" anchor="t" anchorCtr="0" compatLnSpc="1">
            <a:prstTxWarp prst="textNoShape">
              <a:avLst/>
            </a:prstTxWarp>
          </a:bodyPr>
          <a:lstStyle>
            <a:lvl1pPr>
              <a:lnSpc>
                <a:spcPct val="100000"/>
              </a:lnSpc>
              <a:spcBef>
                <a:spcPct val="0"/>
              </a:spcBef>
              <a:defRPr sz="6700" b="0"/>
            </a:lvl1pPr>
          </a:lstStyle>
          <a:p>
            <a:pPr>
              <a:defRPr/>
            </a:pPr>
            <a:endParaRPr lang="en-US"/>
          </a:p>
        </p:txBody>
      </p:sp>
      <p:sp>
        <p:nvSpPr>
          <p:cNvPr id="1030" name="Rectangle 6"/>
          <p:cNvSpPr>
            <a:spLocks noGrp="1" noChangeArrowheads="1"/>
          </p:cNvSpPr>
          <p:nvPr>
            <p:ph type="sldNum" sz="quarter" idx="4"/>
          </p:nvPr>
        </p:nvSpPr>
        <p:spPr bwMode="auto">
          <a:xfrm>
            <a:off x="31456313" y="29994225"/>
            <a:ext cx="9144000" cy="2190750"/>
          </a:xfrm>
          <a:prstGeom prst="rect">
            <a:avLst/>
          </a:prstGeom>
          <a:noFill/>
          <a:ln w="9525">
            <a:noFill/>
            <a:miter lim="800000"/>
            <a:headEnd/>
            <a:tailEnd/>
          </a:ln>
          <a:effectLst/>
        </p:spPr>
        <p:txBody>
          <a:bodyPr vert="horz" wrap="square" lIns="438884" tIns="219442" rIns="438884" bIns="219442" numCol="1" anchor="t" anchorCtr="0" compatLnSpc="1">
            <a:prstTxWarp prst="textNoShape">
              <a:avLst/>
            </a:prstTxWarp>
          </a:bodyPr>
          <a:lstStyle>
            <a:lvl1pPr algn="r">
              <a:lnSpc>
                <a:spcPct val="100000"/>
              </a:lnSpc>
              <a:spcBef>
                <a:spcPct val="0"/>
              </a:spcBef>
              <a:defRPr sz="6700" b="0"/>
            </a:lvl1pPr>
          </a:lstStyle>
          <a:p>
            <a:pPr>
              <a:defRPr/>
            </a:pPr>
            <a:fld id="{3288BF25-8EA1-41D0-B1F3-352926037513}"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387850" rtl="0" eaLnBrk="0" fontAlgn="base" hangingPunct="0">
        <a:spcBef>
          <a:spcPct val="0"/>
        </a:spcBef>
        <a:spcAft>
          <a:spcPct val="0"/>
        </a:spcAft>
        <a:defRPr sz="21000">
          <a:solidFill>
            <a:schemeClr val="tx2"/>
          </a:solidFill>
          <a:latin typeface="+mj-lt"/>
          <a:ea typeface="+mj-ea"/>
          <a:cs typeface="+mj-cs"/>
        </a:defRPr>
      </a:lvl1pPr>
      <a:lvl2pPr algn="ctr" defTabSz="4387850" rtl="0" eaLnBrk="0" fontAlgn="base" hangingPunct="0">
        <a:spcBef>
          <a:spcPct val="0"/>
        </a:spcBef>
        <a:spcAft>
          <a:spcPct val="0"/>
        </a:spcAft>
        <a:defRPr sz="21000">
          <a:solidFill>
            <a:schemeClr val="tx2"/>
          </a:solidFill>
          <a:latin typeface="Times New Roman" pitchFamily="18" charset="0"/>
        </a:defRPr>
      </a:lvl2pPr>
      <a:lvl3pPr algn="ctr" defTabSz="4387850" rtl="0" eaLnBrk="0" fontAlgn="base" hangingPunct="0">
        <a:spcBef>
          <a:spcPct val="0"/>
        </a:spcBef>
        <a:spcAft>
          <a:spcPct val="0"/>
        </a:spcAft>
        <a:defRPr sz="21000">
          <a:solidFill>
            <a:schemeClr val="tx2"/>
          </a:solidFill>
          <a:latin typeface="Times New Roman" pitchFamily="18" charset="0"/>
        </a:defRPr>
      </a:lvl3pPr>
      <a:lvl4pPr algn="ctr" defTabSz="4387850" rtl="0" eaLnBrk="0" fontAlgn="base" hangingPunct="0">
        <a:spcBef>
          <a:spcPct val="0"/>
        </a:spcBef>
        <a:spcAft>
          <a:spcPct val="0"/>
        </a:spcAft>
        <a:defRPr sz="21000">
          <a:solidFill>
            <a:schemeClr val="tx2"/>
          </a:solidFill>
          <a:latin typeface="Times New Roman" pitchFamily="18" charset="0"/>
        </a:defRPr>
      </a:lvl4pPr>
      <a:lvl5pPr algn="ctr" defTabSz="4387850" rtl="0" eaLnBrk="0" fontAlgn="base" hangingPunct="0">
        <a:spcBef>
          <a:spcPct val="0"/>
        </a:spcBef>
        <a:spcAft>
          <a:spcPct val="0"/>
        </a:spcAft>
        <a:defRPr sz="21000">
          <a:solidFill>
            <a:schemeClr val="tx2"/>
          </a:solidFill>
          <a:latin typeface="Times New Roman" pitchFamily="18" charset="0"/>
        </a:defRPr>
      </a:lvl5pPr>
      <a:lvl6pPr marL="457200" algn="ctr" defTabSz="4387850" rtl="0" eaLnBrk="0" fontAlgn="base" hangingPunct="0">
        <a:spcBef>
          <a:spcPct val="0"/>
        </a:spcBef>
        <a:spcAft>
          <a:spcPct val="0"/>
        </a:spcAft>
        <a:defRPr sz="21000">
          <a:solidFill>
            <a:schemeClr val="tx2"/>
          </a:solidFill>
          <a:latin typeface="Times New Roman" pitchFamily="18" charset="0"/>
        </a:defRPr>
      </a:lvl6pPr>
      <a:lvl7pPr marL="914400" algn="ctr" defTabSz="4387850" rtl="0" eaLnBrk="0" fontAlgn="base" hangingPunct="0">
        <a:spcBef>
          <a:spcPct val="0"/>
        </a:spcBef>
        <a:spcAft>
          <a:spcPct val="0"/>
        </a:spcAft>
        <a:defRPr sz="21000">
          <a:solidFill>
            <a:schemeClr val="tx2"/>
          </a:solidFill>
          <a:latin typeface="Times New Roman" pitchFamily="18" charset="0"/>
        </a:defRPr>
      </a:lvl7pPr>
      <a:lvl8pPr marL="1371600" algn="ctr" defTabSz="4387850" rtl="0" eaLnBrk="0" fontAlgn="base" hangingPunct="0">
        <a:spcBef>
          <a:spcPct val="0"/>
        </a:spcBef>
        <a:spcAft>
          <a:spcPct val="0"/>
        </a:spcAft>
        <a:defRPr sz="21000">
          <a:solidFill>
            <a:schemeClr val="tx2"/>
          </a:solidFill>
          <a:latin typeface="Times New Roman" pitchFamily="18" charset="0"/>
        </a:defRPr>
      </a:lvl8pPr>
      <a:lvl9pPr marL="1828800" algn="ctr" defTabSz="4387850" rtl="0" eaLnBrk="0" fontAlgn="base" hangingPunct="0">
        <a:spcBef>
          <a:spcPct val="0"/>
        </a:spcBef>
        <a:spcAft>
          <a:spcPct val="0"/>
        </a:spcAft>
        <a:defRPr sz="21000">
          <a:solidFill>
            <a:schemeClr val="tx2"/>
          </a:solidFill>
          <a:latin typeface="Times New Roman" pitchFamily="18" charset="0"/>
        </a:defRPr>
      </a:lvl9pPr>
    </p:titleStyle>
    <p:bodyStyle>
      <a:lvl1pPr marL="1647825" indent="-1647825" algn="l" defTabSz="4387850" rtl="0" eaLnBrk="0" fontAlgn="base" hangingPunct="0">
        <a:spcBef>
          <a:spcPct val="20000"/>
        </a:spcBef>
        <a:spcAft>
          <a:spcPct val="0"/>
        </a:spcAft>
        <a:buChar char="•"/>
        <a:defRPr sz="15300">
          <a:solidFill>
            <a:schemeClr val="tx1"/>
          </a:solidFill>
          <a:latin typeface="+mn-lt"/>
          <a:ea typeface="+mn-ea"/>
          <a:cs typeface="+mn-cs"/>
        </a:defRPr>
      </a:lvl1pPr>
      <a:lvl2pPr marL="3565525" indent="-1370013" algn="l" defTabSz="4387850" rtl="0" eaLnBrk="0" fontAlgn="base" hangingPunct="0">
        <a:spcBef>
          <a:spcPct val="20000"/>
        </a:spcBef>
        <a:spcAft>
          <a:spcPct val="0"/>
        </a:spcAft>
        <a:buChar char="–"/>
        <a:defRPr sz="13300">
          <a:solidFill>
            <a:schemeClr val="tx1"/>
          </a:solidFill>
          <a:latin typeface="+mn-lt"/>
        </a:defRPr>
      </a:lvl2pPr>
      <a:lvl3pPr marL="5486400" indent="-1098550" algn="l" defTabSz="4387850" rtl="0" eaLnBrk="0" fontAlgn="base" hangingPunct="0">
        <a:spcBef>
          <a:spcPct val="20000"/>
        </a:spcBef>
        <a:spcAft>
          <a:spcPct val="0"/>
        </a:spcAft>
        <a:buChar char="•"/>
        <a:defRPr sz="11600">
          <a:solidFill>
            <a:schemeClr val="tx1"/>
          </a:solidFill>
          <a:latin typeface="+mn-lt"/>
        </a:defRPr>
      </a:lvl3pPr>
      <a:lvl4pPr marL="7678738" indent="-1093788" algn="l" defTabSz="4387850" rtl="0" eaLnBrk="0" fontAlgn="base" hangingPunct="0">
        <a:spcBef>
          <a:spcPct val="20000"/>
        </a:spcBef>
        <a:spcAft>
          <a:spcPct val="0"/>
        </a:spcAft>
        <a:buChar char="–"/>
        <a:defRPr sz="9600">
          <a:solidFill>
            <a:schemeClr val="tx1"/>
          </a:solidFill>
          <a:latin typeface="+mn-lt"/>
        </a:defRPr>
      </a:lvl4pPr>
      <a:lvl5pPr marL="9875838" indent="-1098550" algn="l" defTabSz="4387850" rtl="0" eaLnBrk="0" fontAlgn="base" hangingPunct="0">
        <a:spcBef>
          <a:spcPct val="20000"/>
        </a:spcBef>
        <a:spcAft>
          <a:spcPct val="0"/>
        </a:spcAft>
        <a:buChar char="»"/>
        <a:defRPr sz="9600">
          <a:solidFill>
            <a:schemeClr val="tx1"/>
          </a:solidFill>
          <a:latin typeface="+mn-lt"/>
        </a:defRPr>
      </a:lvl5pPr>
      <a:lvl6pPr marL="10333038" indent="-1098550" algn="l" defTabSz="4387850" rtl="0" eaLnBrk="0" fontAlgn="base" hangingPunct="0">
        <a:spcBef>
          <a:spcPct val="20000"/>
        </a:spcBef>
        <a:spcAft>
          <a:spcPct val="0"/>
        </a:spcAft>
        <a:buChar char="»"/>
        <a:defRPr sz="9600">
          <a:solidFill>
            <a:schemeClr val="tx1"/>
          </a:solidFill>
          <a:latin typeface="+mn-lt"/>
        </a:defRPr>
      </a:lvl6pPr>
      <a:lvl7pPr marL="10790238" indent="-1098550" algn="l" defTabSz="4387850" rtl="0" eaLnBrk="0" fontAlgn="base" hangingPunct="0">
        <a:spcBef>
          <a:spcPct val="20000"/>
        </a:spcBef>
        <a:spcAft>
          <a:spcPct val="0"/>
        </a:spcAft>
        <a:buChar char="»"/>
        <a:defRPr sz="9600">
          <a:solidFill>
            <a:schemeClr val="tx1"/>
          </a:solidFill>
          <a:latin typeface="+mn-lt"/>
        </a:defRPr>
      </a:lvl7pPr>
      <a:lvl8pPr marL="11247438" indent="-1098550" algn="l" defTabSz="4387850" rtl="0" eaLnBrk="0" fontAlgn="base" hangingPunct="0">
        <a:spcBef>
          <a:spcPct val="20000"/>
        </a:spcBef>
        <a:spcAft>
          <a:spcPct val="0"/>
        </a:spcAft>
        <a:buChar char="»"/>
        <a:defRPr sz="9600">
          <a:solidFill>
            <a:schemeClr val="tx1"/>
          </a:solidFill>
          <a:latin typeface="+mn-lt"/>
        </a:defRPr>
      </a:lvl8pPr>
      <a:lvl9pPr marL="11704638" indent="-1098550" algn="l" defTabSz="4387850" rtl="0" eaLnBrk="0" fontAlgn="base" hangingPunct="0">
        <a:spcBef>
          <a:spcPct val="20000"/>
        </a:spcBef>
        <a:spcAft>
          <a:spcPct val="0"/>
        </a:spcAft>
        <a:buChar char="»"/>
        <a:defRPr sz="9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3" name="Rectangle 51"/>
          <p:cNvSpPr>
            <a:spLocks noChangeArrowheads="1"/>
          </p:cNvSpPr>
          <p:nvPr/>
        </p:nvSpPr>
        <p:spPr bwMode="auto">
          <a:xfrm>
            <a:off x="2147483647" y="2147483647"/>
            <a:ext cx="2147482688" cy="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225903" tIns="112951" rIns="225903" bIns="112951">
            <a:spAutoFit/>
          </a:bodyPr>
          <a:lstStyle/>
          <a:p>
            <a:pPr algn="l" defTabSz="2259013">
              <a:lnSpc>
                <a:spcPct val="100000"/>
              </a:lnSpc>
              <a:spcBef>
                <a:spcPct val="0"/>
              </a:spcBef>
            </a:pPr>
            <a:r>
              <a:rPr lang="en-US" sz="7700" b="0"/>
              <a:t> </a:t>
            </a:r>
            <a:endParaRPr lang="en-US" sz="5900" b="0"/>
          </a:p>
        </p:txBody>
      </p:sp>
      <p:sp>
        <p:nvSpPr>
          <p:cNvPr id="1036" name="Text Box 89"/>
          <p:cNvSpPr txBox="1">
            <a:spLocks noChangeArrowheads="1"/>
          </p:cNvSpPr>
          <p:nvPr/>
        </p:nvSpPr>
        <p:spPr bwMode="auto">
          <a:xfrm>
            <a:off x="18619788" y="1143000"/>
            <a:ext cx="6318250" cy="7604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225903" tIns="112951" rIns="225903" bIns="112951">
            <a:spAutoFit/>
          </a:bodyPr>
          <a:lstStyle>
            <a:lvl1pPr defTabSz="2259013">
              <a:defRPr sz="5400" b="1">
                <a:solidFill>
                  <a:schemeClr val="tx1"/>
                </a:solidFill>
                <a:latin typeface="Times New Roman" pitchFamily="18" charset="0"/>
              </a:defRPr>
            </a:lvl1pPr>
            <a:lvl2pPr marL="742950" indent="-285750" defTabSz="2259013">
              <a:defRPr sz="5400" b="1">
                <a:solidFill>
                  <a:schemeClr val="tx1"/>
                </a:solidFill>
                <a:latin typeface="Times New Roman" pitchFamily="18" charset="0"/>
              </a:defRPr>
            </a:lvl2pPr>
            <a:lvl3pPr marL="1143000" indent="-228600" defTabSz="2259013">
              <a:defRPr sz="5400" b="1">
                <a:solidFill>
                  <a:schemeClr val="tx1"/>
                </a:solidFill>
                <a:latin typeface="Times New Roman" pitchFamily="18" charset="0"/>
              </a:defRPr>
            </a:lvl3pPr>
            <a:lvl4pPr marL="1600200" indent="-228600" defTabSz="2259013">
              <a:defRPr sz="5400" b="1">
                <a:solidFill>
                  <a:schemeClr val="tx1"/>
                </a:solidFill>
                <a:latin typeface="Times New Roman" pitchFamily="18" charset="0"/>
              </a:defRPr>
            </a:lvl4pPr>
            <a:lvl5pPr marL="2057400" indent="-228600" defTabSz="2259013">
              <a:defRPr sz="5400" b="1">
                <a:solidFill>
                  <a:schemeClr val="tx1"/>
                </a:solidFill>
                <a:latin typeface="Times New Roman" pitchFamily="18" charset="0"/>
              </a:defRPr>
            </a:lvl5pPr>
            <a:lvl6pPr marL="2514600" indent="-228600" algn="ctr" defTabSz="2259013" eaLnBrk="0" fontAlgn="base" hangingPunct="0">
              <a:lnSpc>
                <a:spcPct val="65000"/>
              </a:lnSpc>
              <a:spcBef>
                <a:spcPct val="50000"/>
              </a:spcBef>
              <a:spcAft>
                <a:spcPct val="0"/>
              </a:spcAft>
              <a:defRPr sz="5400" b="1">
                <a:solidFill>
                  <a:schemeClr val="tx1"/>
                </a:solidFill>
                <a:latin typeface="Times New Roman" pitchFamily="18" charset="0"/>
              </a:defRPr>
            </a:lvl6pPr>
            <a:lvl7pPr marL="2971800" indent="-228600" algn="ctr" defTabSz="2259013" eaLnBrk="0" fontAlgn="base" hangingPunct="0">
              <a:lnSpc>
                <a:spcPct val="65000"/>
              </a:lnSpc>
              <a:spcBef>
                <a:spcPct val="50000"/>
              </a:spcBef>
              <a:spcAft>
                <a:spcPct val="0"/>
              </a:spcAft>
              <a:defRPr sz="5400" b="1">
                <a:solidFill>
                  <a:schemeClr val="tx1"/>
                </a:solidFill>
                <a:latin typeface="Times New Roman" pitchFamily="18" charset="0"/>
              </a:defRPr>
            </a:lvl7pPr>
            <a:lvl8pPr marL="3429000" indent="-228600" algn="ctr" defTabSz="2259013" eaLnBrk="0" fontAlgn="base" hangingPunct="0">
              <a:lnSpc>
                <a:spcPct val="65000"/>
              </a:lnSpc>
              <a:spcBef>
                <a:spcPct val="50000"/>
              </a:spcBef>
              <a:spcAft>
                <a:spcPct val="0"/>
              </a:spcAft>
              <a:defRPr sz="5400" b="1">
                <a:solidFill>
                  <a:schemeClr val="tx1"/>
                </a:solidFill>
                <a:latin typeface="Times New Roman" pitchFamily="18" charset="0"/>
              </a:defRPr>
            </a:lvl8pPr>
            <a:lvl9pPr marL="3886200" indent="-228600" algn="ctr" defTabSz="2259013" eaLnBrk="0" fontAlgn="base" hangingPunct="0">
              <a:lnSpc>
                <a:spcPct val="65000"/>
              </a:lnSpc>
              <a:spcBef>
                <a:spcPct val="50000"/>
              </a:spcBef>
              <a:spcAft>
                <a:spcPct val="0"/>
              </a:spcAft>
              <a:defRPr sz="5400" b="1">
                <a:solidFill>
                  <a:schemeClr val="tx1"/>
                </a:solidFill>
                <a:latin typeface="Times New Roman" pitchFamily="18" charset="0"/>
              </a:defRPr>
            </a:lvl9pPr>
          </a:lstStyle>
          <a:p>
            <a:endParaRPr lang="en-US"/>
          </a:p>
        </p:txBody>
      </p:sp>
      <p:sp>
        <p:nvSpPr>
          <p:cNvPr id="1037" name="Rectangle 90"/>
          <p:cNvSpPr>
            <a:spLocks noChangeArrowheads="1"/>
          </p:cNvSpPr>
          <p:nvPr/>
        </p:nvSpPr>
        <p:spPr bwMode="auto">
          <a:xfrm>
            <a:off x="9601200" y="403662"/>
            <a:ext cx="25151556" cy="3123032"/>
          </a:xfrm>
          <a:prstGeom prst="rect">
            <a:avLst/>
          </a:prstGeom>
          <a:solidFill>
            <a:srgbClr val="F5CB2E"/>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lIns="225903" tIns="112951" rIns="225903" bIns="112951" anchor="ctr">
            <a:noAutofit/>
          </a:bodyPr>
          <a:lstStyle/>
          <a:p>
            <a:pPr defTabSz="2259013">
              <a:lnSpc>
                <a:spcPct val="100000"/>
              </a:lnSpc>
              <a:spcBef>
                <a:spcPts val="0"/>
              </a:spcBef>
            </a:pPr>
            <a:r>
              <a:rPr lang="en-US" sz="7200" b="0" dirty="0"/>
              <a:t>An Analysis of Illicit Drug Use among Those with Physical Disabilities </a:t>
            </a:r>
          </a:p>
          <a:p>
            <a:pPr defTabSz="2259013">
              <a:lnSpc>
                <a:spcPct val="100000"/>
              </a:lnSpc>
              <a:spcBef>
                <a:spcPts val="0"/>
              </a:spcBef>
            </a:pPr>
            <a:r>
              <a:rPr lang="en-US" sz="5900" b="0" dirty="0"/>
              <a:t>Sean Waggoner</a:t>
            </a:r>
          </a:p>
        </p:txBody>
      </p:sp>
      <p:grpSp>
        <p:nvGrpSpPr>
          <p:cNvPr id="13" name="Group 12"/>
          <p:cNvGrpSpPr/>
          <p:nvPr/>
        </p:nvGrpSpPr>
        <p:grpSpPr>
          <a:xfrm>
            <a:off x="381000" y="22800485"/>
            <a:ext cx="10896600" cy="9895602"/>
            <a:chOff x="381000" y="11893074"/>
            <a:chExt cx="10896600" cy="9895602"/>
          </a:xfrm>
        </p:grpSpPr>
        <p:sp>
          <p:nvSpPr>
            <p:cNvPr id="1031" name="Text Box 15"/>
            <p:cNvSpPr txBox="1">
              <a:spLocks noChangeArrowheads="1"/>
            </p:cNvSpPr>
            <p:nvPr/>
          </p:nvSpPr>
          <p:spPr bwMode="auto">
            <a:xfrm>
              <a:off x="381000" y="11893074"/>
              <a:ext cx="10811330" cy="984726"/>
            </a:xfrm>
            <a:prstGeom prst="rect">
              <a:avLst/>
            </a:prstGeom>
            <a:solidFill>
              <a:srgbClr val="F5CB2E"/>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square" lIns="225903" tIns="112951" rIns="225903" bIns="112951" anchor="ctr">
              <a:spAutoFit/>
            </a:bodyPr>
            <a:lstStyle>
              <a:lvl1pPr defTabSz="2259013">
                <a:defRPr sz="5400" b="1">
                  <a:solidFill>
                    <a:schemeClr val="tx1"/>
                  </a:solidFill>
                  <a:latin typeface="Times New Roman" pitchFamily="18" charset="0"/>
                </a:defRPr>
              </a:lvl1pPr>
              <a:lvl2pPr marL="742950" indent="-285750" defTabSz="2259013">
                <a:defRPr sz="5400" b="1">
                  <a:solidFill>
                    <a:schemeClr val="tx1"/>
                  </a:solidFill>
                  <a:latin typeface="Times New Roman" pitchFamily="18" charset="0"/>
                </a:defRPr>
              </a:lvl2pPr>
              <a:lvl3pPr marL="1143000" indent="-228600" defTabSz="2259013">
                <a:defRPr sz="5400" b="1">
                  <a:solidFill>
                    <a:schemeClr val="tx1"/>
                  </a:solidFill>
                  <a:latin typeface="Times New Roman" pitchFamily="18" charset="0"/>
                </a:defRPr>
              </a:lvl3pPr>
              <a:lvl4pPr marL="1600200" indent="-228600" defTabSz="2259013">
                <a:defRPr sz="5400" b="1">
                  <a:solidFill>
                    <a:schemeClr val="tx1"/>
                  </a:solidFill>
                  <a:latin typeface="Times New Roman" pitchFamily="18" charset="0"/>
                </a:defRPr>
              </a:lvl4pPr>
              <a:lvl5pPr marL="2057400" indent="-228600" defTabSz="2259013">
                <a:defRPr sz="5400" b="1">
                  <a:solidFill>
                    <a:schemeClr val="tx1"/>
                  </a:solidFill>
                  <a:latin typeface="Times New Roman" pitchFamily="18" charset="0"/>
                </a:defRPr>
              </a:lvl5pPr>
              <a:lvl6pPr marL="2514600" indent="-228600" algn="ctr" defTabSz="2259013" eaLnBrk="0" fontAlgn="base" hangingPunct="0">
                <a:lnSpc>
                  <a:spcPct val="65000"/>
                </a:lnSpc>
                <a:spcBef>
                  <a:spcPct val="50000"/>
                </a:spcBef>
                <a:spcAft>
                  <a:spcPct val="0"/>
                </a:spcAft>
                <a:defRPr sz="5400" b="1">
                  <a:solidFill>
                    <a:schemeClr val="tx1"/>
                  </a:solidFill>
                  <a:latin typeface="Times New Roman" pitchFamily="18" charset="0"/>
                </a:defRPr>
              </a:lvl6pPr>
              <a:lvl7pPr marL="2971800" indent="-228600" algn="ctr" defTabSz="2259013" eaLnBrk="0" fontAlgn="base" hangingPunct="0">
                <a:lnSpc>
                  <a:spcPct val="65000"/>
                </a:lnSpc>
                <a:spcBef>
                  <a:spcPct val="50000"/>
                </a:spcBef>
                <a:spcAft>
                  <a:spcPct val="0"/>
                </a:spcAft>
                <a:defRPr sz="5400" b="1">
                  <a:solidFill>
                    <a:schemeClr val="tx1"/>
                  </a:solidFill>
                  <a:latin typeface="Times New Roman" pitchFamily="18" charset="0"/>
                </a:defRPr>
              </a:lvl7pPr>
              <a:lvl8pPr marL="3429000" indent="-228600" algn="ctr" defTabSz="2259013" eaLnBrk="0" fontAlgn="base" hangingPunct="0">
                <a:lnSpc>
                  <a:spcPct val="65000"/>
                </a:lnSpc>
                <a:spcBef>
                  <a:spcPct val="50000"/>
                </a:spcBef>
                <a:spcAft>
                  <a:spcPct val="0"/>
                </a:spcAft>
                <a:defRPr sz="5400" b="1">
                  <a:solidFill>
                    <a:schemeClr val="tx1"/>
                  </a:solidFill>
                  <a:latin typeface="Times New Roman" pitchFamily="18" charset="0"/>
                </a:defRPr>
              </a:lvl8pPr>
              <a:lvl9pPr marL="3886200" indent="-228600" algn="ctr" defTabSz="2259013" eaLnBrk="0" fontAlgn="base" hangingPunct="0">
                <a:lnSpc>
                  <a:spcPct val="65000"/>
                </a:lnSpc>
                <a:spcBef>
                  <a:spcPct val="50000"/>
                </a:spcBef>
                <a:spcAft>
                  <a:spcPct val="0"/>
                </a:spcAft>
                <a:defRPr sz="5400" b="1">
                  <a:solidFill>
                    <a:schemeClr val="tx1"/>
                  </a:solidFill>
                  <a:latin typeface="Times New Roman" pitchFamily="18" charset="0"/>
                </a:defRPr>
              </a:lvl9pPr>
            </a:lstStyle>
            <a:p>
              <a:pPr>
                <a:lnSpc>
                  <a:spcPct val="80000"/>
                </a:lnSpc>
              </a:pPr>
              <a:r>
                <a:rPr lang="en-US" sz="5900" dirty="0"/>
                <a:t>METHODS</a:t>
              </a:r>
            </a:p>
          </p:txBody>
        </p:sp>
        <p:sp>
          <p:nvSpPr>
            <p:cNvPr id="28" name="TextBox 27"/>
            <p:cNvSpPr txBox="1"/>
            <p:nvPr/>
          </p:nvSpPr>
          <p:spPr>
            <a:xfrm>
              <a:off x="457200" y="12801600"/>
              <a:ext cx="10820400" cy="8987076"/>
            </a:xfrm>
            <a:prstGeom prst="rect">
              <a:avLst/>
            </a:prstGeom>
            <a:noFill/>
          </p:spPr>
          <p:txBody>
            <a:bodyPr wrap="square" rtlCol="0">
              <a:spAutoFit/>
            </a:bodyPr>
            <a:lstStyle/>
            <a:p>
              <a:pPr algn="l">
                <a:lnSpc>
                  <a:spcPct val="100000"/>
                </a:lnSpc>
                <a:spcBef>
                  <a:spcPts val="0"/>
                </a:spcBef>
              </a:pPr>
              <a:r>
                <a:rPr lang="en-US" sz="3400" b="0" dirty="0"/>
                <a:t>First, I used Excel to start cleaning the survey data, subsequently importing it into R, where I finished cleaning the data and removed unnecessary variables. Next, I used the “table1” function to investigate the significance of different types of physical disabilities, as well as demographic data as they pertain to usage of illicit drugs. After checking my results, I refactorized my predictors so that they would cover sufficiently large numbers of observations in order to ensure significance.</a:t>
              </a:r>
            </a:p>
            <a:p>
              <a:pPr algn="l">
                <a:lnSpc>
                  <a:spcPct val="100000"/>
                </a:lnSpc>
                <a:spcBef>
                  <a:spcPts val="0"/>
                </a:spcBef>
              </a:pPr>
              <a:endParaRPr lang="en-US" sz="3400" b="0" dirty="0"/>
            </a:p>
            <a:p>
              <a:pPr algn="l">
                <a:lnSpc>
                  <a:spcPct val="100000"/>
                </a:lnSpc>
                <a:spcBef>
                  <a:spcPts val="0"/>
                </a:spcBef>
              </a:pPr>
              <a:r>
                <a:rPr lang="en-US" sz="3400" b="0" dirty="0"/>
                <a:t>For the regression itself, I chose to focus on demographic characteristics, urban vs. rural counties, and different potentially statistically significant physical disabilities such as back problems. I then checked different regression diagnostics such as ANOVA, Cook’s Distance, VIF’s, standardized residuals, and the ROC Curve in order to refine my model.</a:t>
              </a:r>
            </a:p>
          </p:txBody>
        </p:sp>
      </p:grpSp>
      <p:grpSp>
        <p:nvGrpSpPr>
          <p:cNvPr id="12" name="Group 11"/>
          <p:cNvGrpSpPr/>
          <p:nvPr/>
        </p:nvGrpSpPr>
        <p:grpSpPr>
          <a:xfrm>
            <a:off x="381000" y="3815874"/>
            <a:ext cx="10820400" cy="11018242"/>
            <a:chOff x="381000" y="3815874"/>
            <a:chExt cx="10820400" cy="11018242"/>
          </a:xfrm>
        </p:grpSpPr>
        <p:sp>
          <p:nvSpPr>
            <p:cNvPr id="48" name="TextBox 47"/>
            <p:cNvSpPr txBox="1"/>
            <p:nvPr/>
          </p:nvSpPr>
          <p:spPr>
            <a:xfrm>
              <a:off x="457200" y="4800600"/>
              <a:ext cx="10744200" cy="10033516"/>
            </a:xfrm>
            <a:prstGeom prst="rect">
              <a:avLst/>
            </a:prstGeom>
            <a:noFill/>
          </p:spPr>
          <p:txBody>
            <a:bodyPr wrap="square" rtlCol="0">
              <a:spAutoFit/>
            </a:bodyPr>
            <a:lstStyle/>
            <a:p>
              <a:pPr algn="l">
                <a:lnSpc>
                  <a:spcPct val="100000"/>
                </a:lnSpc>
                <a:spcBef>
                  <a:spcPts val="0"/>
                </a:spcBef>
              </a:pPr>
              <a:r>
                <a:rPr lang="en-US" sz="3400" b="0" dirty="0"/>
                <a:t>In July of 2022, the </a:t>
              </a:r>
              <a:r>
                <a:rPr lang="en-US" sz="3400" b="0" dirty="0" err="1"/>
                <a:t>Wellstar</a:t>
              </a:r>
              <a:r>
                <a:rPr lang="en-US" sz="3400" b="0" dirty="0"/>
                <a:t> College of Health and Human Services at KSU conducted a survey among U.S. residents with physical disabilities. The study was headed by Dr. Monica </a:t>
              </a:r>
              <a:r>
                <a:rPr lang="en-US" sz="3400" b="0" dirty="0" err="1"/>
                <a:t>Swahn</a:t>
              </a:r>
              <a:r>
                <a:rPr lang="en-US" sz="3400" b="0" dirty="0"/>
                <a:t> and Dr. Mark </a:t>
              </a:r>
              <a:r>
                <a:rPr lang="en-US" sz="3400" b="0" dirty="0" err="1"/>
                <a:t>Geil</a:t>
              </a:r>
              <a:r>
                <a:rPr lang="en-US" sz="3400" b="0" dirty="0"/>
                <a:t> so that they could learn more about the mental health and behavioral needs of those living with physical disabilities. Among the questions asked in the survey were those about mental health, alcohol and drug use, as well as various demographic details.</a:t>
              </a:r>
            </a:p>
            <a:p>
              <a:pPr algn="l">
                <a:lnSpc>
                  <a:spcPct val="100000"/>
                </a:lnSpc>
                <a:spcBef>
                  <a:spcPts val="0"/>
                </a:spcBef>
              </a:pPr>
              <a:endParaRPr lang="en-US" sz="3400" b="0" dirty="0"/>
            </a:p>
            <a:p>
              <a:pPr algn="l">
                <a:lnSpc>
                  <a:spcPct val="100000"/>
                </a:lnSpc>
                <a:spcBef>
                  <a:spcPts val="0"/>
                </a:spcBef>
              </a:pPr>
              <a:r>
                <a:rPr lang="en-US" sz="3400" b="0" dirty="0"/>
                <a:t>Using the survey data that they provided, I decided to investigate illicit drug use among those suffering from physical disabilities. A large part of my interest in this topic is due to the opioid epidemic currently gripping different parts of the U.S. I believe that if a correlation is found between suffering from a physical disability and abusing illicit drugs, this could help shed light on a rarely discussed, yet important issue facing a vulnerable subset of our society – and potentially even lead to more research on and investigation into the topic.</a:t>
              </a:r>
            </a:p>
          </p:txBody>
        </p:sp>
        <p:sp>
          <p:nvSpPr>
            <p:cNvPr id="1030" name="Text Box 12"/>
            <p:cNvSpPr txBox="1">
              <a:spLocks noChangeArrowheads="1"/>
            </p:cNvSpPr>
            <p:nvPr/>
          </p:nvSpPr>
          <p:spPr bwMode="auto">
            <a:xfrm>
              <a:off x="381000" y="3815874"/>
              <a:ext cx="10818004" cy="984726"/>
            </a:xfrm>
            <a:prstGeom prst="rect">
              <a:avLst/>
            </a:prstGeom>
            <a:solidFill>
              <a:srgbClr val="F5CB2E"/>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square" lIns="225903" tIns="112951" rIns="225903" bIns="112951" anchor="ctr">
              <a:spAutoFit/>
            </a:bodyPr>
            <a:lstStyle>
              <a:lvl1pPr defTabSz="2259013">
                <a:defRPr sz="5400" b="1">
                  <a:solidFill>
                    <a:schemeClr val="tx1"/>
                  </a:solidFill>
                  <a:latin typeface="Times New Roman" pitchFamily="18" charset="0"/>
                </a:defRPr>
              </a:lvl1pPr>
              <a:lvl2pPr marL="742950" indent="-285750" defTabSz="2259013">
                <a:defRPr sz="5400" b="1">
                  <a:solidFill>
                    <a:schemeClr val="tx1"/>
                  </a:solidFill>
                  <a:latin typeface="Times New Roman" pitchFamily="18" charset="0"/>
                </a:defRPr>
              </a:lvl2pPr>
              <a:lvl3pPr marL="1143000" indent="-228600" defTabSz="2259013">
                <a:defRPr sz="5400" b="1">
                  <a:solidFill>
                    <a:schemeClr val="tx1"/>
                  </a:solidFill>
                  <a:latin typeface="Times New Roman" pitchFamily="18" charset="0"/>
                </a:defRPr>
              </a:lvl3pPr>
              <a:lvl4pPr marL="1600200" indent="-228600" defTabSz="2259013">
                <a:defRPr sz="5400" b="1">
                  <a:solidFill>
                    <a:schemeClr val="tx1"/>
                  </a:solidFill>
                  <a:latin typeface="Times New Roman" pitchFamily="18" charset="0"/>
                </a:defRPr>
              </a:lvl4pPr>
              <a:lvl5pPr marL="2057400" indent="-228600" defTabSz="2259013">
                <a:defRPr sz="5400" b="1">
                  <a:solidFill>
                    <a:schemeClr val="tx1"/>
                  </a:solidFill>
                  <a:latin typeface="Times New Roman" pitchFamily="18" charset="0"/>
                </a:defRPr>
              </a:lvl5pPr>
              <a:lvl6pPr marL="2514600" indent="-228600" algn="ctr" defTabSz="2259013" eaLnBrk="0" fontAlgn="base" hangingPunct="0">
                <a:lnSpc>
                  <a:spcPct val="65000"/>
                </a:lnSpc>
                <a:spcBef>
                  <a:spcPct val="50000"/>
                </a:spcBef>
                <a:spcAft>
                  <a:spcPct val="0"/>
                </a:spcAft>
                <a:defRPr sz="5400" b="1">
                  <a:solidFill>
                    <a:schemeClr val="tx1"/>
                  </a:solidFill>
                  <a:latin typeface="Times New Roman" pitchFamily="18" charset="0"/>
                </a:defRPr>
              </a:lvl6pPr>
              <a:lvl7pPr marL="2971800" indent="-228600" algn="ctr" defTabSz="2259013" eaLnBrk="0" fontAlgn="base" hangingPunct="0">
                <a:lnSpc>
                  <a:spcPct val="65000"/>
                </a:lnSpc>
                <a:spcBef>
                  <a:spcPct val="50000"/>
                </a:spcBef>
                <a:spcAft>
                  <a:spcPct val="0"/>
                </a:spcAft>
                <a:defRPr sz="5400" b="1">
                  <a:solidFill>
                    <a:schemeClr val="tx1"/>
                  </a:solidFill>
                  <a:latin typeface="Times New Roman" pitchFamily="18" charset="0"/>
                </a:defRPr>
              </a:lvl7pPr>
              <a:lvl8pPr marL="3429000" indent="-228600" algn="ctr" defTabSz="2259013" eaLnBrk="0" fontAlgn="base" hangingPunct="0">
                <a:lnSpc>
                  <a:spcPct val="65000"/>
                </a:lnSpc>
                <a:spcBef>
                  <a:spcPct val="50000"/>
                </a:spcBef>
                <a:spcAft>
                  <a:spcPct val="0"/>
                </a:spcAft>
                <a:defRPr sz="5400" b="1">
                  <a:solidFill>
                    <a:schemeClr val="tx1"/>
                  </a:solidFill>
                  <a:latin typeface="Times New Roman" pitchFamily="18" charset="0"/>
                </a:defRPr>
              </a:lvl8pPr>
              <a:lvl9pPr marL="3886200" indent="-228600" algn="ctr" defTabSz="2259013" eaLnBrk="0" fontAlgn="base" hangingPunct="0">
                <a:lnSpc>
                  <a:spcPct val="65000"/>
                </a:lnSpc>
                <a:spcBef>
                  <a:spcPct val="50000"/>
                </a:spcBef>
                <a:spcAft>
                  <a:spcPct val="0"/>
                </a:spcAft>
                <a:defRPr sz="5400" b="1">
                  <a:solidFill>
                    <a:schemeClr val="tx1"/>
                  </a:solidFill>
                  <a:latin typeface="Times New Roman" pitchFamily="18" charset="0"/>
                </a:defRPr>
              </a:lvl9pPr>
            </a:lstStyle>
            <a:p>
              <a:pPr>
                <a:lnSpc>
                  <a:spcPct val="80000"/>
                </a:lnSpc>
              </a:pPr>
              <a:r>
                <a:rPr lang="en-US" sz="5900" dirty="0"/>
                <a:t>INTRODUCTION</a:t>
              </a:r>
            </a:p>
          </p:txBody>
        </p:sp>
      </p:grpSp>
      <p:grpSp>
        <p:nvGrpSpPr>
          <p:cNvPr id="11" name="Group 10"/>
          <p:cNvGrpSpPr/>
          <p:nvPr/>
        </p:nvGrpSpPr>
        <p:grpSpPr>
          <a:xfrm>
            <a:off x="381000" y="15247520"/>
            <a:ext cx="11277600" cy="7393760"/>
            <a:chOff x="32613600" y="23551675"/>
            <a:chExt cx="11277600" cy="6171485"/>
          </a:xfrm>
        </p:grpSpPr>
        <p:sp>
          <p:nvSpPr>
            <p:cNvPr id="1032" name="Text Box 18"/>
            <p:cNvSpPr txBox="1">
              <a:spLocks noChangeArrowheads="1"/>
            </p:cNvSpPr>
            <p:nvPr/>
          </p:nvSpPr>
          <p:spPr bwMode="auto">
            <a:xfrm>
              <a:off x="32689800" y="23551674"/>
              <a:ext cx="10820400" cy="984726"/>
            </a:xfrm>
            <a:prstGeom prst="rect">
              <a:avLst/>
            </a:prstGeom>
            <a:solidFill>
              <a:srgbClr val="F5CB2E"/>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square" lIns="225903" tIns="112951" rIns="225903" bIns="112951" anchor="ctr">
              <a:spAutoFit/>
            </a:bodyPr>
            <a:lstStyle>
              <a:lvl1pPr defTabSz="2259013">
                <a:defRPr sz="5400" b="1">
                  <a:solidFill>
                    <a:schemeClr val="tx1"/>
                  </a:solidFill>
                  <a:latin typeface="Times New Roman" pitchFamily="18" charset="0"/>
                </a:defRPr>
              </a:lvl1pPr>
              <a:lvl2pPr marL="742950" indent="-285750" defTabSz="2259013">
                <a:defRPr sz="5400" b="1">
                  <a:solidFill>
                    <a:schemeClr val="tx1"/>
                  </a:solidFill>
                  <a:latin typeface="Times New Roman" pitchFamily="18" charset="0"/>
                </a:defRPr>
              </a:lvl2pPr>
              <a:lvl3pPr marL="1143000" indent="-228600" defTabSz="2259013">
                <a:defRPr sz="5400" b="1">
                  <a:solidFill>
                    <a:schemeClr val="tx1"/>
                  </a:solidFill>
                  <a:latin typeface="Times New Roman" pitchFamily="18" charset="0"/>
                </a:defRPr>
              </a:lvl3pPr>
              <a:lvl4pPr marL="1600200" indent="-228600" defTabSz="2259013">
                <a:defRPr sz="5400" b="1">
                  <a:solidFill>
                    <a:schemeClr val="tx1"/>
                  </a:solidFill>
                  <a:latin typeface="Times New Roman" pitchFamily="18" charset="0"/>
                </a:defRPr>
              </a:lvl4pPr>
              <a:lvl5pPr marL="2057400" indent="-228600" defTabSz="2259013">
                <a:defRPr sz="5400" b="1">
                  <a:solidFill>
                    <a:schemeClr val="tx1"/>
                  </a:solidFill>
                  <a:latin typeface="Times New Roman" pitchFamily="18" charset="0"/>
                </a:defRPr>
              </a:lvl5pPr>
              <a:lvl6pPr marL="2514600" indent="-228600" algn="ctr" defTabSz="2259013" eaLnBrk="0" fontAlgn="base" hangingPunct="0">
                <a:lnSpc>
                  <a:spcPct val="65000"/>
                </a:lnSpc>
                <a:spcBef>
                  <a:spcPct val="50000"/>
                </a:spcBef>
                <a:spcAft>
                  <a:spcPct val="0"/>
                </a:spcAft>
                <a:defRPr sz="5400" b="1">
                  <a:solidFill>
                    <a:schemeClr val="tx1"/>
                  </a:solidFill>
                  <a:latin typeface="Times New Roman" pitchFamily="18" charset="0"/>
                </a:defRPr>
              </a:lvl6pPr>
              <a:lvl7pPr marL="2971800" indent="-228600" algn="ctr" defTabSz="2259013" eaLnBrk="0" fontAlgn="base" hangingPunct="0">
                <a:lnSpc>
                  <a:spcPct val="65000"/>
                </a:lnSpc>
                <a:spcBef>
                  <a:spcPct val="50000"/>
                </a:spcBef>
                <a:spcAft>
                  <a:spcPct val="0"/>
                </a:spcAft>
                <a:defRPr sz="5400" b="1">
                  <a:solidFill>
                    <a:schemeClr val="tx1"/>
                  </a:solidFill>
                  <a:latin typeface="Times New Roman" pitchFamily="18" charset="0"/>
                </a:defRPr>
              </a:lvl7pPr>
              <a:lvl8pPr marL="3429000" indent="-228600" algn="ctr" defTabSz="2259013" eaLnBrk="0" fontAlgn="base" hangingPunct="0">
                <a:lnSpc>
                  <a:spcPct val="65000"/>
                </a:lnSpc>
                <a:spcBef>
                  <a:spcPct val="50000"/>
                </a:spcBef>
                <a:spcAft>
                  <a:spcPct val="0"/>
                </a:spcAft>
                <a:defRPr sz="5400" b="1">
                  <a:solidFill>
                    <a:schemeClr val="tx1"/>
                  </a:solidFill>
                  <a:latin typeface="Times New Roman" pitchFamily="18" charset="0"/>
                </a:defRPr>
              </a:lvl8pPr>
              <a:lvl9pPr marL="3886200" indent="-228600" algn="ctr" defTabSz="2259013" eaLnBrk="0" fontAlgn="base" hangingPunct="0">
                <a:lnSpc>
                  <a:spcPct val="65000"/>
                </a:lnSpc>
                <a:spcBef>
                  <a:spcPct val="50000"/>
                </a:spcBef>
                <a:spcAft>
                  <a:spcPct val="0"/>
                </a:spcAft>
                <a:defRPr sz="5400" b="1">
                  <a:solidFill>
                    <a:schemeClr val="tx1"/>
                  </a:solidFill>
                  <a:latin typeface="Times New Roman" pitchFamily="18" charset="0"/>
                </a:defRPr>
              </a:lvl9pPr>
            </a:lstStyle>
            <a:p>
              <a:pPr>
                <a:lnSpc>
                  <a:spcPct val="80000"/>
                </a:lnSpc>
              </a:pPr>
              <a:r>
                <a:rPr lang="en-US" sz="5900" dirty="0"/>
                <a:t>Objective</a:t>
              </a:r>
            </a:p>
          </p:txBody>
        </p:sp>
        <p:sp>
          <p:nvSpPr>
            <p:cNvPr id="8" name="TextBox 7"/>
            <p:cNvSpPr txBox="1"/>
            <p:nvPr/>
          </p:nvSpPr>
          <p:spPr>
            <a:xfrm>
              <a:off x="32613600" y="24536400"/>
              <a:ext cx="11277600" cy="5186760"/>
            </a:xfrm>
            <a:prstGeom prst="rect">
              <a:avLst/>
            </a:prstGeom>
            <a:noFill/>
          </p:spPr>
          <p:txBody>
            <a:bodyPr wrap="square" rtlCol="0">
              <a:spAutoFit/>
            </a:bodyPr>
            <a:lstStyle/>
            <a:p>
              <a:pPr algn="l">
                <a:lnSpc>
                  <a:spcPct val="90000"/>
                </a:lnSpc>
                <a:spcBef>
                  <a:spcPts val="0"/>
                </a:spcBef>
              </a:pPr>
              <a:r>
                <a:rPr lang="en-US" sz="3400" u="sng" dirty="0">
                  <a:latin typeface="+mj-lt"/>
                  <a:cs typeface="Courier New"/>
                </a:rPr>
                <a:t>I set out to answer the following research question:</a:t>
              </a:r>
            </a:p>
            <a:p>
              <a:pPr algn="l">
                <a:lnSpc>
                  <a:spcPct val="90000"/>
                </a:lnSpc>
                <a:spcBef>
                  <a:spcPts val="0"/>
                </a:spcBef>
              </a:pPr>
              <a:endParaRPr lang="en-US" sz="3400" u="sng" dirty="0">
                <a:latin typeface="+mj-lt"/>
                <a:cs typeface="Courier New"/>
              </a:endParaRPr>
            </a:p>
            <a:p>
              <a:pPr algn="l">
                <a:lnSpc>
                  <a:spcPct val="90000"/>
                </a:lnSpc>
                <a:spcBef>
                  <a:spcPts val="0"/>
                </a:spcBef>
              </a:pPr>
              <a:r>
                <a:rPr lang="en-US" sz="3400" u="sng" dirty="0">
                  <a:effectLst/>
                  <a:latin typeface="+mn-lt"/>
                  <a:ea typeface="Calibri" panose="020F0502020204030204" pitchFamily="34" charset="0"/>
                  <a:cs typeface="Cordia New" panose="020B0304020202020204" pitchFamily="34" charset="-34"/>
                </a:rPr>
                <a:t>“What is the prevalence and types of illicit drug use among US adults with a physical disability? Is there an association between the type of disability and illicit drug use? Does it vary by demographic characteristics?”</a:t>
              </a:r>
            </a:p>
            <a:p>
              <a:pPr algn="l">
                <a:lnSpc>
                  <a:spcPct val="90000"/>
                </a:lnSpc>
                <a:spcBef>
                  <a:spcPts val="0"/>
                </a:spcBef>
              </a:pPr>
              <a:endParaRPr lang="en-US" sz="3400" u="sng" dirty="0">
                <a:latin typeface="+mn-lt"/>
                <a:ea typeface="Calibri" panose="020F0502020204030204" pitchFamily="34" charset="0"/>
                <a:cs typeface="Cordia New" panose="020B0304020202020204" pitchFamily="34" charset="-34"/>
              </a:endParaRPr>
            </a:p>
            <a:p>
              <a:pPr algn="l">
                <a:lnSpc>
                  <a:spcPct val="90000"/>
                </a:lnSpc>
                <a:spcBef>
                  <a:spcPts val="0"/>
                </a:spcBef>
              </a:pPr>
              <a:r>
                <a:rPr lang="en-US" sz="3400" u="sng" dirty="0">
                  <a:effectLst/>
                  <a:latin typeface="+mn-lt"/>
                  <a:ea typeface="Calibri" panose="020F0502020204030204" pitchFamily="34" charset="0"/>
                  <a:cs typeface="Cordia New" panose="020B0304020202020204" pitchFamily="34" charset="-34"/>
                </a:rPr>
                <a:t>To this end, I decided to use R to look for statistically significant relations between the dependent variable “Uses Drugs” </a:t>
              </a:r>
              <a:r>
                <a:rPr lang="en-US" sz="3400" u="sng" dirty="0">
                  <a:effectLst/>
                  <a:latin typeface="+mj-lt"/>
                  <a:ea typeface="Calibri" panose="020F0502020204030204" pitchFamily="34" charset="0"/>
                  <a:cs typeface="Cordia New" panose="020B0304020202020204" pitchFamily="34" charset="-34"/>
                </a:rPr>
                <a:t> and its potential predictors. Next, I would run a logistic regression in order to find out which variables could be used to predict </a:t>
              </a:r>
              <a:r>
                <a:rPr lang="en-US" sz="3400" u="sng" dirty="0">
                  <a:latin typeface="+mj-lt"/>
                  <a:ea typeface="Calibri" panose="020F0502020204030204" pitchFamily="34" charset="0"/>
                  <a:cs typeface="Cordia New" panose="020B0304020202020204" pitchFamily="34" charset="-34"/>
                </a:rPr>
                <a:t>whether or not someone with a physical disability would abuse illicit drugs.</a:t>
              </a:r>
              <a:endParaRPr lang="en-US" sz="3400" u="sng" dirty="0">
                <a:effectLst/>
                <a:latin typeface="+mn-lt"/>
                <a:ea typeface="Calibri" panose="020F0502020204030204" pitchFamily="34" charset="0"/>
                <a:cs typeface="Cordia New" panose="020B0304020202020204" pitchFamily="34" charset="-34"/>
              </a:endParaRPr>
            </a:p>
          </p:txBody>
        </p:sp>
      </p:grpSp>
      <p:grpSp>
        <p:nvGrpSpPr>
          <p:cNvPr id="14" name="Group 13"/>
          <p:cNvGrpSpPr/>
          <p:nvPr/>
        </p:nvGrpSpPr>
        <p:grpSpPr>
          <a:xfrm>
            <a:off x="32042727" y="3815874"/>
            <a:ext cx="10858499" cy="6468718"/>
            <a:chOff x="381000" y="23393400"/>
            <a:chExt cx="10858499" cy="6468718"/>
          </a:xfrm>
        </p:grpSpPr>
        <p:sp>
          <p:nvSpPr>
            <p:cNvPr id="27" name="Text Box 18"/>
            <p:cNvSpPr txBox="1">
              <a:spLocks noChangeArrowheads="1"/>
            </p:cNvSpPr>
            <p:nvPr/>
          </p:nvSpPr>
          <p:spPr bwMode="auto">
            <a:xfrm>
              <a:off x="381000" y="23393400"/>
              <a:ext cx="10811330" cy="984726"/>
            </a:xfrm>
            <a:prstGeom prst="rect">
              <a:avLst/>
            </a:prstGeom>
            <a:solidFill>
              <a:srgbClr val="F5CB2E"/>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square" lIns="225903" tIns="112951" rIns="225903" bIns="112951" anchor="ctr">
              <a:spAutoFit/>
            </a:bodyPr>
            <a:lstStyle>
              <a:lvl1pPr defTabSz="2259013">
                <a:defRPr sz="5400" b="1">
                  <a:solidFill>
                    <a:schemeClr val="tx1"/>
                  </a:solidFill>
                  <a:latin typeface="Times New Roman" pitchFamily="18" charset="0"/>
                </a:defRPr>
              </a:lvl1pPr>
              <a:lvl2pPr marL="742950" indent="-285750" defTabSz="2259013">
                <a:defRPr sz="5400" b="1">
                  <a:solidFill>
                    <a:schemeClr val="tx1"/>
                  </a:solidFill>
                  <a:latin typeface="Times New Roman" pitchFamily="18" charset="0"/>
                </a:defRPr>
              </a:lvl2pPr>
              <a:lvl3pPr marL="1143000" indent="-228600" defTabSz="2259013">
                <a:defRPr sz="5400" b="1">
                  <a:solidFill>
                    <a:schemeClr val="tx1"/>
                  </a:solidFill>
                  <a:latin typeface="Times New Roman" pitchFamily="18" charset="0"/>
                </a:defRPr>
              </a:lvl3pPr>
              <a:lvl4pPr marL="1600200" indent="-228600" defTabSz="2259013">
                <a:defRPr sz="5400" b="1">
                  <a:solidFill>
                    <a:schemeClr val="tx1"/>
                  </a:solidFill>
                  <a:latin typeface="Times New Roman" pitchFamily="18" charset="0"/>
                </a:defRPr>
              </a:lvl4pPr>
              <a:lvl5pPr marL="2057400" indent="-228600" defTabSz="2259013">
                <a:defRPr sz="5400" b="1">
                  <a:solidFill>
                    <a:schemeClr val="tx1"/>
                  </a:solidFill>
                  <a:latin typeface="Times New Roman" pitchFamily="18" charset="0"/>
                </a:defRPr>
              </a:lvl5pPr>
              <a:lvl6pPr marL="2514600" indent="-228600" algn="ctr" defTabSz="2259013" eaLnBrk="0" fontAlgn="base" hangingPunct="0">
                <a:lnSpc>
                  <a:spcPct val="65000"/>
                </a:lnSpc>
                <a:spcBef>
                  <a:spcPct val="50000"/>
                </a:spcBef>
                <a:spcAft>
                  <a:spcPct val="0"/>
                </a:spcAft>
                <a:defRPr sz="5400" b="1">
                  <a:solidFill>
                    <a:schemeClr val="tx1"/>
                  </a:solidFill>
                  <a:latin typeface="Times New Roman" pitchFamily="18" charset="0"/>
                </a:defRPr>
              </a:lvl6pPr>
              <a:lvl7pPr marL="2971800" indent="-228600" algn="ctr" defTabSz="2259013" eaLnBrk="0" fontAlgn="base" hangingPunct="0">
                <a:lnSpc>
                  <a:spcPct val="65000"/>
                </a:lnSpc>
                <a:spcBef>
                  <a:spcPct val="50000"/>
                </a:spcBef>
                <a:spcAft>
                  <a:spcPct val="0"/>
                </a:spcAft>
                <a:defRPr sz="5400" b="1">
                  <a:solidFill>
                    <a:schemeClr val="tx1"/>
                  </a:solidFill>
                  <a:latin typeface="Times New Roman" pitchFamily="18" charset="0"/>
                </a:defRPr>
              </a:lvl7pPr>
              <a:lvl8pPr marL="3429000" indent="-228600" algn="ctr" defTabSz="2259013" eaLnBrk="0" fontAlgn="base" hangingPunct="0">
                <a:lnSpc>
                  <a:spcPct val="65000"/>
                </a:lnSpc>
                <a:spcBef>
                  <a:spcPct val="50000"/>
                </a:spcBef>
                <a:spcAft>
                  <a:spcPct val="0"/>
                </a:spcAft>
                <a:defRPr sz="5400" b="1">
                  <a:solidFill>
                    <a:schemeClr val="tx1"/>
                  </a:solidFill>
                  <a:latin typeface="Times New Roman" pitchFamily="18" charset="0"/>
                </a:defRPr>
              </a:lvl8pPr>
              <a:lvl9pPr marL="3886200" indent="-228600" algn="ctr" defTabSz="2259013" eaLnBrk="0" fontAlgn="base" hangingPunct="0">
                <a:lnSpc>
                  <a:spcPct val="65000"/>
                </a:lnSpc>
                <a:spcBef>
                  <a:spcPct val="50000"/>
                </a:spcBef>
                <a:spcAft>
                  <a:spcPct val="0"/>
                </a:spcAft>
                <a:defRPr sz="5400" b="1">
                  <a:solidFill>
                    <a:schemeClr val="tx1"/>
                  </a:solidFill>
                  <a:latin typeface="Times New Roman" pitchFamily="18" charset="0"/>
                </a:defRPr>
              </a:lvl9pPr>
            </a:lstStyle>
            <a:p>
              <a:pPr>
                <a:lnSpc>
                  <a:spcPct val="80000"/>
                </a:lnSpc>
              </a:pPr>
              <a:r>
                <a:rPr lang="en-US" sz="5900" dirty="0"/>
                <a:t>RESULTS</a:t>
              </a:r>
            </a:p>
          </p:txBody>
        </p:sp>
        <p:sp>
          <p:nvSpPr>
            <p:cNvPr id="2" name="TextBox 1"/>
            <p:cNvSpPr txBox="1"/>
            <p:nvPr/>
          </p:nvSpPr>
          <p:spPr>
            <a:xfrm>
              <a:off x="419099" y="24537583"/>
              <a:ext cx="10820400" cy="5324535"/>
            </a:xfrm>
            <a:prstGeom prst="rect">
              <a:avLst/>
            </a:prstGeom>
            <a:noFill/>
          </p:spPr>
          <p:txBody>
            <a:bodyPr wrap="square" rtlCol="0">
              <a:spAutoFit/>
            </a:bodyPr>
            <a:lstStyle/>
            <a:p>
              <a:pPr marL="571500" indent="-571500" algn="l">
                <a:lnSpc>
                  <a:spcPct val="100000"/>
                </a:lnSpc>
                <a:spcBef>
                  <a:spcPts val="0"/>
                </a:spcBef>
                <a:buFont typeface="Arial"/>
                <a:buChar char="•"/>
              </a:pPr>
              <a:r>
                <a:rPr lang="en-US" sz="3400" b="0" dirty="0"/>
                <a:t>The following predictors turned out to be very significant to the model:</a:t>
              </a:r>
            </a:p>
            <a:p>
              <a:pPr marL="1028700" lvl="1" indent="-571500" algn="l">
                <a:lnSpc>
                  <a:spcPct val="100000"/>
                </a:lnSpc>
                <a:spcBef>
                  <a:spcPts val="0"/>
                </a:spcBef>
                <a:buFont typeface="Arial"/>
                <a:buChar char="•"/>
              </a:pPr>
              <a:r>
                <a:rPr lang="en-US" sz="3400" b="0" dirty="0"/>
                <a:t>“Is Male”, “Is Not White”, “In Poverty”, “Is Unemployed”, “Has Depression”, “Has Anxiety”</a:t>
              </a:r>
            </a:p>
            <a:p>
              <a:pPr marL="571500" indent="-571500" algn="l">
                <a:lnSpc>
                  <a:spcPct val="100000"/>
                </a:lnSpc>
                <a:spcBef>
                  <a:spcPts val="0"/>
                </a:spcBef>
                <a:buFont typeface="Arial"/>
                <a:buChar char="•"/>
              </a:pPr>
              <a:r>
                <a:rPr lang="en-US" sz="3400" b="0" dirty="0"/>
                <a:t>Interestingly, the rural/urban distinction did not turn out to be very significant and reduced the model’s overall predictiveness when added.</a:t>
              </a:r>
            </a:p>
            <a:p>
              <a:pPr marL="571500" indent="-571500" algn="l">
                <a:lnSpc>
                  <a:spcPct val="100000"/>
                </a:lnSpc>
                <a:spcBef>
                  <a:spcPts val="0"/>
                </a:spcBef>
                <a:buFont typeface="Arial"/>
                <a:buChar char="•"/>
              </a:pPr>
              <a:r>
                <a:rPr lang="en-US" sz="3400" b="0" dirty="0"/>
                <a:t>The c-statistic of this model turned out to be 0.682, showing that the model was predictive overall.</a:t>
              </a:r>
            </a:p>
            <a:p>
              <a:pPr marL="571500" indent="-571500" algn="l">
                <a:lnSpc>
                  <a:spcPct val="100000"/>
                </a:lnSpc>
                <a:spcBef>
                  <a:spcPts val="0"/>
                </a:spcBef>
                <a:buFont typeface="Arial"/>
                <a:buChar char="•"/>
              </a:pPr>
              <a:endParaRPr lang="en-US" sz="3400" b="0" dirty="0"/>
            </a:p>
          </p:txBody>
        </p:sp>
      </p:grpSp>
      <p:pic>
        <p:nvPicPr>
          <p:cNvPr id="29" name="Picture 26"/>
          <p:cNvPicPr>
            <a:picLocks noChangeAspect="1"/>
          </p:cNvPicPr>
          <p:nvPr/>
        </p:nvPicPr>
        <p:blipFill>
          <a:blip r:embed="rId3">
            <a:extLst>
              <a:ext uri="{28A0092B-C50C-407E-A947-70E740481C1C}">
                <a14:useLocalDpi xmlns:a14="http://schemas.microsoft.com/office/drawing/2010/main" val="0"/>
              </a:ext>
            </a:extLst>
          </a:blip>
          <a:srcRect/>
          <a:stretch/>
        </p:blipFill>
        <p:spPr bwMode="auto">
          <a:xfrm>
            <a:off x="381001" y="385593"/>
            <a:ext cx="8833643" cy="28148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30" name="Group 29">
            <a:extLst>
              <a:ext uri="{FF2B5EF4-FFF2-40B4-BE49-F238E27FC236}">
                <a16:creationId xmlns:a16="http://schemas.microsoft.com/office/drawing/2014/main" id="{7BA27D5E-9B2C-4677-86DD-AD38C286E598}"/>
              </a:ext>
            </a:extLst>
          </p:cNvPr>
          <p:cNvGrpSpPr/>
          <p:nvPr/>
        </p:nvGrpSpPr>
        <p:grpSpPr>
          <a:xfrm>
            <a:off x="32042727" y="21361072"/>
            <a:ext cx="11277600" cy="3016051"/>
            <a:chOff x="32613600" y="23551674"/>
            <a:chExt cx="11277600" cy="3016051"/>
          </a:xfrm>
        </p:grpSpPr>
        <p:sp>
          <p:nvSpPr>
            <p:cNvPr id="31" name="Text Box 18">
              <a:extLst>
                <a:ext uri="{FF2B5EF4-FFF2-40B4-BE49-F238E27FC236}">
                  <a16:creationId xmlns:a16="http://schemas.microsoft.com/office/drawing/2014/main" id="{2563EE39-0D63-43A0-A437-5CA8391EA565}"/>
                </a:ext>
              </a:extLst>
            </p:cNvPr>
            <p:cNvSpPr txBox="1">
              <a:spLocks noChangeArrowheads="1"/>
            </p:cNvSpPr>
            <p:nvPr/>
          </p:nvSpPr>
          <p:spPr bwMode="auto">
            <a:xfrm>
              <a:off x="32689800" y="23551674"/>
              <a:ext cx="10820400" cy="984726"/>
            </a:xfrm>
            <a:prstGeom prst="rect">
              <a:avLst/>
            </a:prstGeom>
            <a:solidFill>
              <a:srgbClr val="F5CB2E"/>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square" lIns="225903" tIns="112951" rIns="225903" bIns="112951" anchor="ctr">
              <a:spAutoFit/>
            </a:bodyPr>
            <a:lstStyle>
              <a:lvl1pPr defTabSz="2259013">
                <a:defRPr sz="5400" b="1">
                  <a:solidFill>
                    <a:schemeClr val="tx1"/>
                  </a:solidFill>
                  <a:latin typeface="Times New Roman" pitchFamily="18" charset="0"/>
                </a:defRPr>
              </a:lvl1pPr>
              <a:lvl2pPr marL="742950" indent="-285750" defTabSz="2259013">
                <a:defRPr sz="5400" b="1">
                  <a:solidFill>
                    <a:schemeClr val="tx1"/>
                  </a:solidFill>
                  <a:latin typeface="Times New Roman" pitchFamily="18" charset="0"/>
                </a:defRPr>
              </a:lvl2pPr>
              <a:lvl3pPr marL="1143000" indent="-228600" defTabSz="2259013">
                <a:defRPr sz="5400" b="1">
                  <a:solidFill>
                    <a:schemeClr val="tx1"/>
                  </a:solidFill>
                  <a:latin typeface="Times New Roman" pitchFamily="18" charset="0"/>
                </a:defRPr>
              </a:lvl3pPr>
              <a:lvl4pPr marL="1600200" indent="-228600" defTabSz="2259013">
                <a:defRPr sz="5400" b="1">
                  <a:solidFill>
                    <a:schemeClr val="tx1"/>
                  </a:solidFill>
                  <a:latin typeface="Times New Roman" pitchFamily="18" charset="0"/>
                </a:defRPr>
              </a:lvl4pPr>
              <a:lvl5pPr marL="2057400" indent="-228600" defTabSz="2259013">
                <a:defRPr sz="5400" b="1">
                  <a:solidFill>
                    <a:schemeClr val="tx1"/>
                  </a:solidFill>
                  <a:latin typeface="Times New Roman" pitchFamily="18" charset="0"/>
                </a:defRPr>
              </a:lvl5pPr>
              <a:lvl6pPr marL="2514600" indent="-228600" algn="ctr" defTabSz="2259013" eaLnBrk="0" fontAlgn="base" hangingPunct="0">
                <a:lnSpc>
                  <a:spcPct val="65000"/>
                </a:lnSpc>
                <a:spcBef>
                  <a:spcPct val="50000"/>
                </a:spcBef>
                <a:spcAft>
                  <a:spcPct val="0"/>
                </a:spcAft>
                <a:defRPr sz="5400" b="1">
                  <a:solidFill>
                    <a:schemeClr val="tx1"/>
                  </a:solidFill>
                  <a:latin typeface="Times New Roman" pitchFamily="18" charset="0"/>
                </a:defRPr>
              </a:lvl6pPr>
              <a:lvl7pPr marL="2971800" indent="-228600" algn="ctr" defTabSz="2259013" eaLnBrk="0" fontAlgn="base" hangingPunct="0">
                <a:lnSpc>
                  <a:spcPct val="65000"/>
                </a:lnSpc>
                <a:spcBef>
                  <a:spcPct val="50000"/>
                </a:spcBef>
                <a:spcAft>
                  <a:spcPct val="0"/>
                </a:spcAft>
                <a:defRPr sz="5400" b="1">
                  <a:solidFill>
                    <a:schemeClr val="tx1"/>
                  </a:solidFill>
                  <a:latin typeface="Times New Roman" pitchFamily="18" charset="0"/>
                </a:defRPr>
              </a:lvl7pPr>
              <a:lvl8pPr marL="3429000" indent="-228600" algn="ctr" defTabSz="2259013" eaLnBrk="0" fontAlgn="base" hangingPunct="0">
                <a:lnSpc>
                  <a:spcPct val="65000"/>
                </a:lnSpc>
                <a:spcBef>
                  <a:spcPct val="50000"/>
                </a:spcBef>
                <a:spcAft>
                  <a:spcPct val="0"/>
                </a:spcAft>
                <a:defRPr sz="5400" b="1">
                  <a:solidFill>
                    <a:schemeClr val="tx1"/>
                  </a:solidFill>
                  <a:latin typeface="Times New Roman" pitchFamily="18" charset="0"/>
                </a:defRPr>
              </a:lvl8pPr>
              <a:lvl9pPr marL="3886200" indent="-228600" algn="ctr" defTabSz="2259013" eaLnBrk="0" fontAlgn="base" hangingPunct="0">
                <a:lnSpc>
                  <a:spcPct val="65000"/>
                </a:lnSpc>
                <a:spcBef>
                  <a:spcPct val="50000"/>
                </a:spcBef>
                <a:spcAft>
                  <a:spcPct val="0"/>
                </a:spcAft>
                <a:defRPr sz="5400" b="1">
                  <a:solidFill>
                    <a:schemeClr val="tx1"/>
                  </a:solidFill>
                  <a:latin typeface="Times New Roman" pitchFamily="18" charset="0"/>
                </a:defRPr>
              </a:lvl9pPr>
            </a:lstStyle>
            <a:p>
              <a:pPr>
                <a:lnSpc>
                  <a:spcPct val="80000"/>
                </a:lnSpc>
              </a:pPr>
              <a:r>
                <a:rPr lang="en-US" sz="5900" dirty="0"/>
                <a:t>REFERENCES</a:t>
              </a:r>
            </a:p>
          </p:txBody>
        </p:sp>
        <p:sp>
          <p:nvSpPr>
            <p:cNvPr id="32" name="TextBox 31">
              <a:extLst>
                <a:ext uri="{FF2B5EF4-FFF2-40B4-BE49-F238E27FC236}">
                  <a16:creationId xmlns:a16="http://schemas.microsoft.com/office/drawing/2014/main" id="{298453E3-900D-4C5B-9706-650586733976}"/>
                </a:ext>
              </a:extLst>
            </p:cNvPr>
            <p:cNvSpPr txBox="1"/>
            <p:nvPr/>
          </p:nvSpPr>
          <p:spPr>
            <a:xfrm>
              <a:off x="32613600" y="24536400"/>
              <a:ext cx="11277600" cy="2031325"/>
            </a:xfrm>
            <a:prstGeom prst="rect">
              <a:avLst/>
            </a:prstGeom>
            <a:noFill/>
          </p:spPr>
          <p:txBody>
            <a:bodyPr wrap="square" rtlCol="0">
              <a:spAutoFit/>
            </a:bodyPr>
            <a:lstStyle/>
            <a:p>
              <a:pPr marL="457200" indent="-457200" algn="l">
                <a:lnSpc>
                  <a:spcPct val="90000"/>
                </a:lnSpc>
                <a:spcBef>
                  <a:spcPts val="0"/>
                </a:spcBef>
                <a:buFont typeface="Arial" panose="020B0604020202020204" pitchFamily="34" charset="0"/>
                <a:buChar char="•"/>
              </a:pPr>
              <a:r>
                <a:rPr lang="en-US" sz="2800" b="0" dirty="0">
                  <a:latin typeface="+mj-lt"/>
                  <a:cs typeface="Courier New"/>
                </a:rPr>
                <a:t>The Comprehensive R Archive Network. </a:t>
              </a:r>
              <a:r>
                <a:rPr lang="en-US" sz="2800" b="0" i="1" dirty="0">
                  <a:latin typeface="+mj-lt"/>
                  <a:cs typeface="Courier New"/>
                </a:rPr>
                <a:t>Using the table1 Package to Create HTML Tables of Descriptive Statistics</a:t>
              </a:r>
              <a:r>
                <a:rPr lang="en-US" sz="2800" b="0" dirty="0">
                  <a:latin typeface="+mj-lt"/>
                  <a:cs typeface="Courier New"/>
                </a:rPr>
                <a:t>. https://cran.r-project.org/web/packages/table1/vignettes/table1-examples.html</a:t>
              </a:r>
            </a:p>
            <a:p>
              <a:pPr marL="457200" indent="-457200" algn="l">
                <a:lnSpc>
                  <a:spcPct val="90000"/>
                </a:lnSpc>
                <a:spcBef>
                  <a:spcPts val="0"/>
                </a:spcBef>
                <a:buFont typeface="Arial" panose="020B0604020202020204" pitchFamily="34" charset="0"/>
                <a:buChar char="•"/>
              </a:pPr>
              <a:r>
                <a:rPr lang="en-US" sz="2800" b="0" dirty="0" err="1">
                  <a:latin typeface="+mj-lt"/>
                </a:rPr>
                <a:t>ProjectPro</a:t>
              </a:r>
              <a:r>
                <a:rPr lang="en-US" sz="2800" b="0" dirty="0">
                  <a:latin typeface="+mj-lt"/>
                </a:rPr>
                <a:t>. </a:t>
              </a:r>
              <a:r>
                <a:rPr lang="en-US" sz="2800" b="0" i="1" dirty="0">
                  <a:latin typeface="+mj-lt"/>
                </a:rPr>
                <a:t>How to Plot AUC Curve in R</a:t>
              </a:r>
              <a:r>
                <a:rPr lang="en-US" sz="2800" b="0" dirty="0">
                  <a:latin typeface="+mj-lt"/>
                </a:rPr>
                <a:t>. https://www.projectpro.io/recipes/plot-auc-roc-curve-r.</a:t>
              </a:r>
            </a:p>
          </p:txBody>
        </p:sp>
      </p:grpSp>
      <p:pic>
        <p:nvPicPr>
          <p:cNvPr id="15" name="Picture 14">
            <a:extLst>
              <a:ext uri="{FF2B5EF4-FFF2-40B4-BE49-F238E27FC236}">
                <a16:creationId xmlns:a16="http://schemas.microsoft.com/office/drawing/2014/main" id="{B77D50D0-8F87-42BB-889B-6B4EBE180711}"/>
              </a:ext>
            </a:extLst>
          </p:cNvPr>
          <p:cNvPicPr>
            <a:picLocks noChangeAspect="1"/>
          </p:cNvPicPr>
          <p:nvPr/>
        </p:nvPicPr>
        <p:blipFill>
          <a:blip r:embed="rId4"/>
          <a:stretch>
            <a:fillRect/>
          </a:stretch>
        </p:blipFill>
        <p:spPr>
          <a:xfrm>
            <a:off x="40163903" y="541233"/>
            <a:ext cx="2966126" cy="2659167"/>
          </a:xfrm>
          <a:prstGeom prst="rect">
            <a:avLst/>
          </a:prstGeom>
        </p:spPr>
      </p:pic>
      <p:grpSp>
        <p:nvGrpSpPr>
          <p:cNvPr id="42" name="Group 41">
            <a:extLst>
              <a:ext uri="{FF2B5EF4-FFF2-40B4-BE49-F238E27FC236}">
                <a16:creationId xmlns:a16="http://schemas.microsoft.com/office/drawing/2014/main" id="{8391677D-8426-46AE-AD72-CB1EAADA0D1F}"/>
              </a:ext>
            </a:extLst>
          </p:cNvPr>
          <p:cNvGrpSpPr/>
          <p:nvPr/>
        </p:nvGrpSpPr>
        <p:grpSpPr>
          <a:xfrm>
            <a:off x="32118927" y="9925659"/>
            <a:ext cx="10820400" cy="11180457"/>
            <a:chOff x="1752600" y="19736019"/>
            <a:chExt cx="10820400" cy="11180457"/>
          </a:xfrm>
        </p:grpSpPr>
        <p:sp>
          <p:nvSpPr>
            <p:cNvPr id="43" name="Text Box 18">
              <a:extLst>
                <a:ext uri="{FF2B5EF4-FFF2-40B4-BE49-F238E27FC236}">
                  <a16:creationId xmlns:a16="http://schemas.microsoft.com/office/drawing/2014/main" id="{FA608EBE-D359-44E0-BF98-ED155561D977}"/>
                </a:ext>
              </a:extLst>
            </p:cNvPr>
            <p:cNvSpPr txBox="1">
              <a:spLocks noChangeArrowheads="1"/>
            </p:cNvSpPr>
            <p:nvPr/>
          </p:nvSpPr>
          <p:spPr bwMode="auto">
            <a:xfrm>
              <a:off x="1752600" y="19736019"/>
              <a:ext cx="10811330" cy="984726"/>
            </a:xfrm>
            <a:prstGeom prst="rect">
              <a:avLst/>
            </a:prstGeom>
            <a:solidFill>
              <a:srgbClr val="F5CB2E"/>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square" lIns="225903" tIns="112951" rIns="225903" bIns="112951" anchor="ctr">
              <a:spAutoFit/>
            </a:bodyPr>
            <a:lstStyle>
              <a:lvl1pPr defTabSz="2259013">
                <a:defRPr sz="5400" b="1">
                  <a:solidFill>
                    <a:schemeClr val="tx1"/>
                  </a:solidFill>
                  <a:latin typeface="Times New Roman" pitchFamily="18" charset="0"/>
                </a:defRPr>
              </a:lvl1pPr>
              <a:lvl2pPr marL="742950" indent="-285750" defTabSz="2259013">
                <a:defRPr sz="5400" b="1">
                  <a:solidFill>
                    <a:schemeClr val="tx1"/>
                  </a:solidFill>
                  <a:latin typeface="Times New Roman" pitchFamily="18" charset="0"/>
                </a:defRPr>
              </a:lvl2pPr>
              <a:lvl3pPr marL="1143000" indent="-228600" defTabSz="2259013">
                <a:defRPr sz="5400" b="1">
                  <a:solidFill>
                    <a:schemeClr val="tx1"/>
                  </a:solidFill>
                  <a:latin typeface="Times New Roman" pitchFamily="18" charset="0"/>
                </a:defRPr>
              </a:lvl3pPr>
              <a:lvl4pPr marL="1600200" indent="-228600" defTabSz="2259013">
                <a:defRPr sz="5400" b="1">
                  <a:solidFill>
                    <a:schemeClr val="tx1"/>
                  </a:solidFill>
                  <a:latin typeface="Times New Roman" pitchFamily="18" charset="0"/>
                </a:defRPr>
              </a:lvl4pPr>
              <a:lvl5pPr marL="2057400" indent="-228600" defTabSz="2259013">
                <a:defRPr sz="5400" b="1">
                  <a:solidFill>
                    <a:schemeClr val="tx1"/>
                  </a:solidFill>
                  <a:latin typeface="Times New Roman" pitchFamily="18" charset="0"/>
                </a:defRPr>
              </a:lvl5pPr>
              <a:lvl6pPr marL="2514600" indent="-228600" algn="ctr" defTabSz="2259013" eaLnBrk="0" fontAlgn="base" hangingPunct="0">
                <a:lnSpc>
                  <a:spcPct val="65000"/>
                </a:lnSpc>
                <a:spcBef>
                  <a:spcPct val="50000"/>
                </a:spcBef>
                <a:spcAft>
                  <a:spcPct val="0"/>
                </a:spcAft>
                <a:defRPr sz="5400" b="1">
                  <a:solidFill>
                    <a:schemeClr val="tx1"/>
                  </a:solidFill>
                  <a:latin typeface="Times New Roman" pitchFamily="18" charset="0"/>
                </a:defRPr>
              </a:lvl6pPr>
              <a:lvl7pPr marL="2971800" indent="-228600" algn="ctr" defTabSz="2259013" eaLnBrk="0" fontAlgn="base" hangingPunct="0">
                <a:lnSpc>
                  <a:spcPct val="65000"/>
                </a:lnSpc>
                <a:spcBef>
                  <a:spcPct val="50000"/>
                </a:spcBef>
                <a:spcAft>
                  <a:spcPct val="0"/>
                </a:spcAft>
                <a:defRPr sz="5400" b="1">
                  <a:solidFill>
                    <a:schemeClr val="tx1"/>
                  </a:solidFill>
                  <a:latin typeface="Times New Roman" pitchFamily="18" charset="0"/>
                </a:defRPr>
              </a:lvl7pPr>
              <a:lvl8pPr marL="3429000" indent="-228600" algn="ctr" defTabSz="2259013" eaLnBrk="0" fontAlgn="base" hangingPunct="0">
                <a:lnSpc>
                  <a:spcPct val="65000"/>
                </a:lnSpc>
                <a:spcBef>
                  <a:spcPct val="50000"/>
                </a:spcBef>
                <a:spcAft>
                  <a:spcPct val="0"/>
                </a:spcAft>
                <a:defRPr sz="5400" b="1">
                  <a:solidFill>
                    <a:schemeClr val="tx1"/>
                  </a:solidFill>
                  <a:latin typeface="Times New Roman" pitchFamily="18" charset="0"/>
                </a:defRPr>
              </a:lvl8pPr>
              <a:lvl9pPr marL="3886200" indent="-228600" algn="ctr" defTabSz="2259013" eaLnBrk="0" fontAlgn="base" hangingPunct="0">
                <a:lnSpc>
                  <a:spcPct val="65000"/>
                </a:lnSpc>
                <a:spcBef>
                  <a:spcPct val="50000"/>
                </a:spcBef>
                <a:spcAft>
                  <a:spcPct val="0"/>
                </a:spcAft>
                <a:defRPr sz="5400" b="1">
                  <a:solidFill>
                    <a:schemeClr val="tx1"/>
                  </a:solidFill>
                  <a:latin typeface="Times New Roman" pitchFamily="18" charset="0"/>
                </a:defRPr>
              </a:lvl9pPr>
            </a:lstStyle>
            <a:p>
              <a:pPr>
                <a:lnSpc>
                  <a:spcPct val="80000"/>
                </a:lnSpc>
              </a:pPr>
              <a:r>
                <a:rPr lang="en-US" sz="5900" dirty="0"/>
                <a:t>DISCUSSION</a:t>
              </a:r>
            </a:p>
          </p:txBody>
        </p:sp>
        <p:sp>
          <p:nvSpPr>
            <p:cNvPr id="44" name="TextBox 43">
              <a:extLst>
                <a:ext uri="{FF2B5EF4-FFF2-40B4-BE49-F238E27FC236}">
                  <a16:creationId xmlns:a16="http://schemas.microsoft.com/office/drawing/2014/main" id="{D809B03A-45AA-4D27-9E6A-F07A15098E65}"/>
                </a:ext>
              </a:extLst>
            </p:cNvPr>
            <p:cNvSpPr txBox="1"/>
            <p:nvPr/>
          </p:nvSpPr>
          <p:spPr>
            <a:xfrm>
              <a:off x="1752600" y="20882960"/>
              <a:ext cx="10820400" cy="10033516"/>
            </a:xfrm>
            <a:prstGeom prst="rect">
              <a:avLst/>
            </a:prstGeom>
            <a:noFill/>
          </p:spPr>
          <p:txBody>
            <a:bodyPr wrap="square" rtlCol="0">
              <a:spAutoFit/>
            </a:bodyPr>
            <a:lstStyle/>
            <a:p>
              <a:pPr marL="457200" indent="-457200" algn="l">
                <a:lnSpc>
                  <a:spcPct val="100000"/>
                </a:lnSpc>
                <a:spcBef>
                  <a:spcPts val="0"/>
                </a:spcBef>
                <a:buFont typeface="Arial" panose="020B0604020202020204" pitchFamily="34" charset="0"/>
                <a:buChar char="•"/>
              </a:pPr>
              <a:r>
                <a:rPr lang="en-US" sz="3400" u="sng" dirty="0"/>
                <a:t>Unemployed non-white males with physical disabilities living in poverty and suffering from depression and/or anxiety are at particular risk of abusing illicit drugs.</a:t>
              </a:r>
            </a:p>
            <a:p>
              <a:pPr marL="914400" lvl="1" indent="-457200" algn="l">
                <a:lnSpc>
                  <a:spcPct val="100000"/>
                </a:lnSpc>
                <a:spcBef>
                  <a:spcPts val="0"/>
                </a:spcBef>
                <a:buFont typeface="Arial" panose="020B0604020202020204" pitchFamily="34" charset="0"/>
                <a:buChar char="•"/>
              </a:pPr>
              <a:r>
                <a:rPr lang="en-US" sz="3400" u="sng" dirty="0"/>
                <a:t>These demographic characteristics turned out to be significant to illicit drug use, while the various types of physical disabilities, living in a rural vs. urban location, and other demographic characteristics did not.</a:t>
              </a:r>
            </a:p>
            <a:p>
              <a:pPr marL="457200" indent="-457200" algn="l">
                <a:lnSpc>
                  <a:spcPct val="100000"/>
                </a:lnSpc>
                <a:spcBef>
                  <a:spcPts val="0"/>
                </a:spcBef>
                <a:buFont typeface="Arial" panose="020B0604020202020204" pitchFamily="34" charset="0"/>
                <a:buChar char="•"/>
              </a:pPr>
              <a:r>
                <a:rPr lang="en-US" sz="3400" u="sng" dirty="0"/>
                <a:t>If I chose to continue my research on this subject, I would try to obtain access to a larger data set if one exists. The relatively small numbers of illicit drug users compared with the total number of people surveyed in the study is certainly a drawback with the data.</a:t>
              </a:r>
            </a:p>
            <a:p>
              <a:pPr marL="457200" indent="-457200" algn="l">
                <a:lnSpc>
                  <a:spcPct val="100000"/>
                </a:lnSpc>
                <a:spcBef>
                  <a:spcPts val="0"/>
                </a:spcBef>
                <a:buFont typeface="Arial" panose="020B0604020202020204" pitchFamily="34" charset="0"/>
                <a:buChar char="•"/>
              </a:pPr>
              <a:r>
                <a:rPr lang="en-US" sz="3400" u="sng" dirty="0"/>
                <a:t>Although much of the national conversation on the opioid epidemic revolves around Fentanyl, the data obtained focused on heroin and painkillers, rather than opioids. Fentanyl was only included under the “Other” category.</a:t>
              </a:r>
            </a:p>
          </p:txBody>
        </p:sp>
      </p:grpSp>
      <p:pic>
        <p:nvPicPr>
          <p:cNvPr id="7" name="Picture 6">
            <a:extLst>
              <a:ext uri="{FF2B5EF4-FFF2-40B4-BE49-F238E27FC236}">
                <a16:creationId xmlns:a16="http://schemas.microsoft.com/office/drawing/2014/main" id="{AD8B32AE-BFBF-1209-BDC8-2EC4EBDB6CA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5714128" y="446697"/>
            <a:ext cx="3553798" cy="2753703"/>
          </a:xfrm>
          <a:prstGeom prst="rect">
            <a:avLst/>
          </a:prstGeom>
        </p:spPr>
      </p:pic>
      <p:graphicFrame>
        <p:nvGraphicFramePr>
          <p:cNvPr id="3" name="Table 4">
            <a:extLst>
              <a:ext uri="{FF2B5EF4-FFF2-40B4-BE49-F238E27FC236}">
                <a16:creationId xmlns:a16="http://schemas.microsoft.com/office/drawing/2014/main" id="{18923799-2811-5AB3-AC13-5F80BB93B558}"/>
              </a:ext>
            </a:extLst>
          </p:cNvPr>
          <p:cNvGraphicFramePr>
            <a:graphicFrameLocks/>
          </p:cNvGraphicFramePr>
          <p:nvPr>
            <p:extLst>
              <p:ext uri="{D42A27DB-BD31-4B8C-83A1-F6EECF244321}">
                <p14:modId xmlns:p14="http://schemas.microsoft.com/office/powerpoint/2010/main" val="1278967543"/>
              </p:ext>
            </p:extLst>
          </p:nvPr>
        </p:nvGraphicFramePr>
        <p:xfrm>
          <a:off x="12942129" y="5214174"/>
          <a:ext cx="7831179" cy="5699760"/>
        </p:xfrm>
        <a:graphic>
          <a:graphicData uri="http://schemas.openxmlformats.org/drawingml/2006/table">
            <a:tbl>
              <a:tblPr firstRow="1" bandRow="1">
                <a:tableStyleId>{21E4AEA4-8DFA-4A89-87EB-49C32662AFE0}</a:tableStyleId>
              </a:tblPr>
              <a:tblGrid>
                <a:gridCol w="3505199">
                  <a:extLst>
                    <a:ext uri="{9D8B030D-6E8A-4147-A177-3AD203B41FA5}">
                      <a16:colId xmlns:a16="http://schemas.microsoft.com/office/drawing/2014/main" val="1296679198"/>
                    </a:ext>
                  </a:extLst>
                </a:gridCol>
                <a:gridCol w="1616393">
                  <a:extLst>
                    <a:ext uri="{9D8B030D-6E8A-4147-A177-3AD203B41FA5}">
                      <a16:colId xmlns:a16="http://schemas.microsoft.com/office/drawing/2014/main" val="4099652891"/>
                    </a:ext>
                  </a:extLst>
                </a:gridCol>
                <a:gridCol w="2709587">
                  <a:extLst>
                    <a:ext uri="{9D8B030D-6E8A-4147-A177-3AD203B41FA5}">
                      <a16:colId xmlns:a16="http://schemas.microsoft.com/office/drawing/2014/main" val="3751256326"/>
                    </a:ext>
                  </a:extLst>
                </a:gridCol>
              </a:tblGrid>
              <a:tr h="370840">
                <a:tc gridSpan="3">
                  <a:txBody>
                    <a:bodyPr/>
                    <a:lstStyle/>
                    <a:p>
                      <a:pPr algn="ctr"/>
                      <a:r>
                        <a:rPr lang="en-US" sz="3200" dirty="0"/>
                        <a:t>Drug Usage by Demographics</a:t>
                      </a:r>
                    </a:p>
                  </a:txBody>
                  <a:tcPr/>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3291466064"/>
                  </a:ext>
                </a:extLst>
              </a:tr>
              <a:tr h="370840">
                <a:tc>
                  <a:txBody>
                    <a:bodyPr/>
                    <a:lstStyle/>
                    <a:p>
                      <a:pPr algn="ctr"/>
                      <a:r>
                        <a:rPr lang="en-US" sz="3200" b="1" dirty="0"/>
                        <a:t>Factor</a:t>
                      </a:r>
                    </a:p>
                  </a:txBody>
                  <a:tcPr/>
                </a:tc>
                <a:tc>
                  <a:txBody>
                    <a:bodyPr/>
                    <a:lstStyle/>
                    <a:p>
                      <a:pPr algn="ctr"/>
                      <a:r>
                        <a:rPr lang="en-US" sz="3200" b="1" dirty="0"/>
                        <a:t>P-value</a:t>
                      </a:r>
                    </a:p>
                  </a:txBody>
                  <a:tcPr/>
                </a:tc>
                <a:tc>
                  <a:txBody>
                    <a:bodyPr/>
                    <a:lstStyle/>
                    <a:p>
                      <a:pPr algn="ctr"/>
                      <a:r>
                        <a:rPr lang="en-US" sz="3200" b="1" dirty="0"/>
                        <a:t>Relative</a:t>
                      </a:r>
                    </a:p>
                    <a:p>
                      <a:pPr algn="ctr"/>
                      <a:r>
                        <a:rPr lang="en-US" sz="3200" b="1" dirty="0"/>
                        <a:t>Impact</a:t>
                      </a:r>
                    </a:p>
                  </a:txBody>
                  <a:tcPr/>
                </a:tc>
                <a:extLst>
                  <a:ext uri="{0D108BD9-81ED-4DB2-BD59-A6C34878D82A}">
                    <a16:rowId xmlns:a16="http://schemas.microsoft.com/office/drawing/2014/main" val="3139164088"/>
                  </a:ext>
                </a:extLst>
              </a:tr>
              <a:tr h="370840">
                <a:tc>
                  <a:txBody>
                    <a:bodyPr/>
                    <a:lstStyle/>
                    <a:p>
                      <a:r>
                        <a:rPr lang="en-US" sz="3200" dirty="0"/>
                        <a:t>Is Male</a:t>
                      </a:r>
                    </a:p>
                  </a:txBody>
                  <a:tcPr/>
                </a:tc>
                <a:tc>
                  <a:txBody>
                    <a:bodyPr/>
                    <a:lstStyle/>
                    <a:p>
                      <a:r>
                        <a:rPr lang="en-US" sz="3200" dirty="0"/>
                        <a:t>&lt;0.001</a:t>
                      </a:r>
                    </a:p>
                  </a:txBody>
                  <a:tcPr/>
                </a:tc>
                <a:tc>
                  <a:txBody>
                    <a:bodyPr/>
                    <a:lstStyle/>
                    <a:p>
                      <a:endParaRPr lang="en-US" sz="3200" dirty="0"/>
                    </a:p>
                  </a:txBody>
                  <a:tcPr/>
                </a:tc>
                <a:extLst>
                  <a:ext uri="{0D108BD9-81ED-4DB2-BD59-A6C34878D82A}">
                    <a16:rowId xmlns:a16="http://schemas.microsoft.com/office/drawing/2014/main" val="69262227"/>
                  </a:ext>
                </a:extLst>
              </a:tr>
              <a:tr h="370840">
                <a:tc>
                  <a:txBody>
                    <a:bodyPr/>
                    <a:lstStyle/>
                    <a:p>
                      <a:r>
                        <a:rPr lang="en-US" sz="3200" dirty="0"/>
                        <a:t>Is White</a:t>
                      </a:r>
                    </a:p>
                  </a:txBody>
                  <a:tcPr/>
                </a:tc>
                <a:tc>
                  <a:txBody>
                    <a:bodyPr/>
                    <a:lstStyle/>
                    <a:p>
                      <a:r>
                        <a:rPr lang="en-US" sz="3200" dirty="0"/>
                        <a:t>0.00385</a:t>
                      </a:r>
                    </a:p>
                  </a:txBody>
                  <a:tcPr/>
                </a:tc>
                <a:tc>
                  <a:txBody>
                    <a:bodyPr/>
                    <a:lstStyle/>
                    <a:p>
                      <a:endParaRPr lang="en-US" sz="3200"/>
                    </a:p>
                  </a:txBody>
                  <a:tcPr/>
                </a:tc>
                <a:extLst>
                  <a:ext uri="{0D108BD9-81ED-4DB2-BD59-A6C34878D82A}">
                    <a16:rowId xmlns:a16="http://schemas.microsoft.com/office/drawing/2014/main" val="1567757765"/>
                  </a:ext>
                </a:extLst>
              </a:tr>
              <a:tr h="370840">
                <a:tc>
                  <a:txBody>
                    <a:bodyPr/>
                    <a:lstStyle/>
                    <a:p>
                      <a:r>
                        <a:rPr lang="en-US" sz="3200" dirty="0"/>
                        <a:t>Is in Poverty</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3200" dirty="0"/>
                        <a:t>&lt;0.001</a:t>
                      </a:r>
                    </a:p>
                  </a:txBody>
                  <a:tcPr/>
                </a:tc>
                <a:tc>
                  <a:txBody>
                    <a:bodyPr/>
                    <a:lstStyle/>
                    <a:p>
                      <a:endParaRPr lang="en-US" sz="3200"/>
                    </a:p>
                  </a:txBody>
                  <a:tcPr/>
                </a:tc>
                <a:extLst>
                  <a:ext uri="{0D108BD9-81ED-4DB2-BD59-A6C34878D82A}">
                    <a16:rowId xmlns:a16="http://schemas.microsoft.com/office/drawing/2014/main" val="1046009227"/>
                  </a:ext>
                </a:extLst>
              </a:tr>
              <a:tr h="370840">
                <a:tc>
                  <a:txBody>
                    <a:bodyPr/>
                    <a:lstStyle/>
                    <a:p>
                      <a:r>
                        <a:rPr lang="en-US" sz="3200" dirty="0"/>
                        <a:t>Is Unemployed</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3200" dirty="0"/>
                        <a:t>&lt;0.001</a:t>
                      </a:r>
                    </a:p>
                  </a:txBody>
                  <a:tcPr/>
                </a:tc>
                <a:tc>
                  <a:txBody>
                    <a:bodyPr/>
                    <a:lstStyle/>
                    <a:p>
                      <a:endParaRPr lang="en-US" sz="3200" dirty="0"/>
                    </a:p>
                  </a:txBody>
                  <a:tcPr/>
                </a:tc>
                <a:extLst>
                  <a:ext uri="{0D108BD9-81ED-4DB2-BD59-A6C34878D82A}">
                    <a16:rowId xmlns:a16="http://schemas.microsoft.com/office/drawing/2014/main" val="929647102"/>
                  </a:ext>
                </a:extLst>
              </a:tr>
              <a:tr h="370840">
                <a:tc>
                  <a:txBody>
                    <a:bodyPr/>
                    <a:lstStyle/>
                    <a:p>
                      <a:r>
                        <a:rPr lang="en-US" sz="3200" dirty="0"/>
                        <a:t>Has College Degree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3200" dirty="0"/>
                        <a:t>&lt;0.001</a:t>
                      </a:r>
                    </a:p>
                  </a:txBody>
                  <a:tcPr/>
                </a:tc>
                <a:tc>
                  <a:txBody>
                    <a:bodyPr/>
                    <a:lstStyle/>
                    <a:p>
                      <a:endParaRPr lang="en-US" sz="3200" dirty="0"/>
                    </a:p>
                  </a:txBody>
                  <a:tcPr/>
                </a:tc>
                <a:extLst>
                  <a:ext uri="{0D108BD9-81ED-4DB2-BD59-A6C34878D82A}">
                    <a16:rowId xmlns:a16="http://schemas.microsoft.com/office/drawing/2014/main" val="2884693366"/>
                  </a:ext>
                </a:extLst>
              </a:tr>
              <a:tr h="370840">
                <a:tc>
                  <a:txBody>
                    <a:bodyPr/>
                    <a:lstStyle/>
                    <a:p>
                      <a:r>
                        <a:rPr lang="en-US" sz="3200" dirty="0"/>
                        <a:t>Has Depression</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3200" dirty="0"/>
                        <a:t>&lt;0.001</a:t>
                      </a:r>
                    </a:p>
                  </a:txBody>
                  <a:tcPr/>
                </a:tc>
                <a:tc>
                  <a:txBody>
                    <a:bodyPr/>
                    <a:lstStyle/>
                    <a:p>
                      <a:endParaRPr lang="en-US" sz="3200" dirty="0"/>
                    </a:p>
                  </a:txBody>
                  <a:tcPr/>
                </a:tc>
                <a:extLst>
                  <a:ext uri="{0D108BD9-81ED-4DB2-BD59-A6C34878D82A}">
                    <a16:rowId xmlns:a16="http://schemas.microsoft.com/office/drawing/2014/main" val="1561562894"/>
                  </a:ext>
                </a:extLst>
              </a:tr>
              <a:tr h="370840">
                <a:tc>
                  <a:txBody>
                    <a:bodyPr/>
                    <a:lstStyle/>
                    <a:p>
                      <a:r>
                        <a:rPr lang="en-US" sz="3200" dirty="0"/>
                        <a:t>Has Anxiety</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3200" dirty="0"/>
                        <a:t>&lt;0.001</a:t>
                      </a:r>
                    </a:p>
                  </a:txBody>
                  <a:tcPr/>
                </a:tc>
                <a:tc>
                  <a:txBody>
                    <a:bodyPr/>
                    <a:lstStyle/>
                    <a:p>
                      <a:endParaRPr lang="en-US" sz="3200" dirty="0"/>
                    </a:p>
                  </a:txBody>
                  <a:tcPr/>
                </a:tc>
                <a:extLst>
                  <a:ext uri="{0D108BD9-81ED-4DB2-BD59-A6C34878D82A}">
                    <a16:rowId xmlns:a16="http://schemas.microsoft.com/office/drawing/2014/main" val="1675238324"/>
                  </a:ext>
                </a:extLst>
              </a:tr>
            </a:tbl>
          </a:graphicData>
        </a:graphic>
      </p:graphicFrame>
      <p:sp>
        <p:nvSpPr>
          <p:cNvPr id="24" name="Arrow: Up 23">
            <a:extLst>
              <a:ext uri="{FF2B5EF4-FFF2-40B4-BE49-F238E27FC236}">
                <a16:creationId xmlns:a16="http://schemas.microsoft.com/office/drawing/2014/main" id="{F191CDF6-A9F4-4B7C-D6F1-81E51EAF9DFA}"/>
              </a:ext>
            </a:extLst>
          </p:cNvPr>
          <p:cNvSpPr/>
          <p:nvPr/>
        </p:nvSpPr>
        <p:spPr>
          <a:xfrm>
            <a:off x="19159096" y="6917764"/>
            <a:ext cx="671124" cy="453911"/>
          </a:xfrm>
          <a:prstGeom prst="up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25" name="Arrow: Down 24">
            <a:extLst>
              <a:ext uri="{FF2B5EF4-FFF2-40B4-BE49-F238E27FC236}">
                <a16:creationId xmlns:a16="http://schemas.microsoft.com/office/drawing/2014/main" id="{9BEFD46C-41B6-23F4-2B0E-1B3E83D26606}"/>
              </a:ext>
            </a:extLst>
          </p:cNvPr>
          <p:cNvSpPr/>
          <p:nvPr/>
        </p:nvSpPr>
        <p:spPr>
          <a:xfrm>
            <a:off x="19159096" y="7523206"/>
            <a:ext cx="671124" cy="407391"/>
          </a:xfrm>
          <a:prstGeom prst="downArrow">
            <a:avLst/>
          </a:prstGeom>
          <a:solidFill>
            <a:srgbClr val="FF000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solidFill>
                <a:srgbClr val="FF0000"/>
              </a:solidFill>
            </a:endParaRPr>
          </a:p>
        </p:txBody>
      </p:sp>
      <p:sp>
        <p:nvSpPr>
          <p:cNvPr id="26" name="Arrow: Up 25">
            <a:extLst>
              <a:ext uri="{FF2B5EF4-FFF2-40B4-BE49-F238E27FC236}">
                <a16:creationId xmlns:a16="http://schemas.microsoft.com/office/drawing/2014/main" id="{A4031DB1-A220-2AA9-BE3C-E6AE4C9A4C34}"/>
              </a:ext>
            </a:extLst>
          </p:cNvPr>
          <p:cNvSpPr/>
          <p:nvPr/>
        </p:nvSpPr>
        <p:spPr>
          <a:xfrm>
            <a:off x="19159096" y="8082128"/>
            <a:ext cx="671124" cy="446659"/>
          </a:xfrm>
          <a:prstGeom prst="up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33" name="Arrow: Up 32">
            <a:extLst>
              <a:ext uri="{FF2B5EF4-FFF2-40B4-BE49-F238E27FC236}">
                <a16:creationId xmlns:a16="http://schemas.microsoft.com/office/drawing/2014/main" id="{C40F6A17-DDA9-5A81-FDC8-74A8537B8C80}"/>
              </a:ext>
            </a:extLst>
          </p:cNvPr>
          <p:cNvSpPr/>
          <p:nvPr/>
        </p:nvSpPr>
        <p:spPr>
          <a:xfrm>
            <a:off x="19159096" y="8665633"/>
            <a:ext cx="671124" cy="407391"/>
          </a:xfrm>
          <a:prstGeom prst="up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34" name="Arrow: Up 33">
            <a:extLst>
              <a:ext uri="{FF2B5EF4-FFF2-40B4-BE49-F238E27FC236}">
                <a16:creationId xmlns:a16="http://schemas.microsoft.com/office/drawing/2014/main" id="{EF9BE971-1126-8482-D308-AB9E609C5557}"/>
              </a:ext>
            </a:extLst>
          </p:cNvPr>
          <p:cNvSpPr/>
          <p:nvPr/>
        </p:nvSpPr>
        <p:spPr>
          <a:xfrm>
            <a:off x="19159096" y="9817386"/>
            <a:ext cx="671124" cy="453910"/>
          </a:xfrm>
          <a:prstGeom prst="up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dirty="0"/>
          </a:p>
        </p:txBody>
      </p:sp>
      <p:sp>
        <p:nvSpPr>
          <p:cNvPr id="35" name="Arrow: Up 34">
            <a:extLst>
              <a:ext uri="{FF2B5EF4-FFF2-40B4-BE49-F238E27FC236}">
                <a16:creationId xmlns:a16="http://schemas.microsoft.com/office/drawing/2014/main" id="{DC6B842C-FAE3-2CC2-7660-5E3700CB52B8}"/>
              </a:ext>
            </a:extLst>
          </p:cNvPr>
          <p:cNvSpPr/>
          <p:nvPr/>
        </p:nvSpPr>
        <p:spPr>
          <a:xfrm>
            <a:off x="19159096" y="10365659"/>
            <a:ext cx="671124" cy="453911"/>
          </a:xfrm>
          <a:prstGeom prst="up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37" name="Arrow: Down 36">
            <a:extLst>
              <a:ext uri="{FF2B5EF4-FFF2-40B4-BE49-F238E27FC236}">
                <a16:creationId xmlns:a16="http://schemas.microsoft.com/office/drawing/2014/main" id="{E6D79D39-6280-B28D-8757-7DACC8129676}"/>
              </a:ext>
            </a:extLst>
          </p:cNvPr>
          <p:cNvSpPr/>
          <p:nvPr/>
        </p:nvSpPr>
        <p:spPr>
          <a:xfrm>
            <a:off x="19159096" y="9273149"/>
            <a:ext cx="671124" cy="407391"/>
          </a:xfrm>
          <a:prstGeom prst="downArrow">
            <a:avLst/>
          </a:prstGeom>
          <a:solidFill>
            <a:srgbClr val="FF000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graphicFrame>
        <p:nvGraphicFramePr>
          <p:cNvPr id="38" name="Table 4">
            <a:extLst>
              <a:ext uri="{FF2B5EF4-FFF2-40B4-BE49-F238E27FC236}">
                <a16:creationId xmlns:a16="http://schemas.microsoft.com/office/drawing/2014/main" id="{B0C9D744-1509-8999-ABD0-DA582B90BE44}"/>
              </a:ext>
            </a:extLst>
          </p:cNvPr>
          <p:cNvGraphicFramePr>
            <a:graphicFrameLocks/>
          </p:cNvGraphicFramePr>
          <p:nvPr>
            <p:extLst>
              <p:ext uri="{D42A27DB-BD31-4B8C-83A1-F6EECF244321}">
                <p14:modId xmlns:p14="http://schemas.microsoft.com/office/powerpoint/2010/main" val="970441774"/>
              </p:ext>
            </p:extLst>
          </p:nvPr>
        </p:nvGraphicFramePr>
        <p:xfrm>
          <a:off x="33299400" y="24737023"/>
          <a:ext cx="7831179" cy="7437120"/>
        </p:xfrm>
        <a:graphic>
          <a:graphicData uri="http://schemas.openxmlformats.org/drawingml/2006/table">
            <a:tbl>
              <a:tblPr firstRow="1" bandRow="1">
                <a:tableStyleId>{21E4AEA4-8DFA-4A89-87EB-49C32662AFE0}</a:tableStyleId>
              </a:tblPr>
              <a:tblGrid>
                <a:gridCol w="3505199">
                  <a:extLst>
                    <a:ext uri="{9D8B030D-6E8A-4147-A177-3AD203B41FA5}">
                      <a16:colId xmlns:a16="http://schemas.microsoft.com/office/drawing/2014/main" val="1296679198"/>
                    </a:ext>
                  </a:extLst>
                </a:gridCol>
                <a:gridCol w="1616393">
                  <a:extLst>
                    <a:ext uri="{9D8B030D-6E8A-4147-A177-3AD203B41FA5}">
                      <a16:colId xmlns:a16="http://schemas.microsoft.com/office/drawing/2014/main" val="4099652891"/>
                    </a:ext>
                  </a:extLst>
                </a:gridCol>
                <a:gridCol w="2709587">
                  <a:extLst>
                    <a:ext uri="{9D8B030D-6E8A-4147-A177-3AD203B41FA5}">
                      <a16:colId xmlns:a16="http://schemas.microsoft.com/office/drawing/2014/main" val="3751256326"/>
                    </a:ext>
                  </a:extLst>
                </a:gridCol>
              </a:tblGrid>
              <a:tr h="370840">
                <a:tc gridSpan="3">
                  <a:txBody>
                    <a:bodyPr/>
                    <a:lstStyle/>
                    <a:p>
                      <a:pPr algn="ctr"/>
                      <a:r>
                        <a:rPr lang="en-US" sz="3200" dirty="0"/>
                        <a:t>Drug Usage by Disability</a:t>
                      </a:r>
                    </a:p>
                  </a:txBody>
                  <a:tcPr/>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3291466064"/>
                  </a:ext>
                </a:extLst>
              </a:tr>
              <a:tr h="370840">
                <a:tc>
                  <a:txBody>
                    <a:bodyPr/>
                    <a:lstStyle/>
                    <a:p>
                      <a:pPr algn="ctr"/>
                      <a:r>
                        <a:rPr lang="en-US" sz="3200" b="1" dirty="0"/>
                        <a:t>Factor</a:t>
                      </a:r>
                    </a:p>
                  </a:txBody>
                  <a:tcPr/>
                </a:tc>
                <a:tc>
                  <a:txBody>
                    <a:bodyPr/>
                    <a:lstStyle/>
                    <a:p>
                      <a:pPr algn="ctr"/>
                      <a:r>
                        <a:rPr lang="en-US" sz="3200" b="1" dirty="0"/>
                        <a:t>P-value</a:t>
                      </a:r>
                    </a:p>
                  </a:txBody>
                  <a:tcPr/>
                </a:tc>
                <a:tc>
                  <a:txBody>
                    <a:bodyPr/>
                    <a:lstStyle/>
                    <a:p>
                      <a:pPr algn="ctr"/>
                      <a:r>
                        <a:rPr lang="en-US" sz="3200" b="1" dirty="0"/>
                        <a:t>Relative</a:t>
                      </a:r>
                    </a:p>
                    <a:p>
                      <a:pPr algn="ctr"/>
                      <a:r>
                        <a:rPr lang="en-US" sz="3200" b="1" dirty="0"/>
                        <a:t>Impact</a:t>
                      </a:r>
                    </a:p>
                  </a:txBody>
                  <a:tcPr/>
                </a:tc>
                <a:extLst>
                  <a:ext uri="{0D108BD9-81ED-4DB2-BD59-A6C34878D82A}">
                    <a16:rowId xmlns:a16="http://schemas.microsoft.com/office/drawing/2014/main" val="3139164088"/>
                  </a:ext>
                </a:extLst>
              </a:tr>
              <a:tr h="370840">
                <a:tc>
                  <a:txBody>
                    <a:bodyPr/>
                    <a:lstStyle/>
                    <a:p>
                      <a:r>
                        <a:rPr lang="en-US" sz="3200" dirty="0"/>
                        <a:t>Allergies</a:t>
                      </a:r>
                    </a:p>
                  </a:txBody>
                  <a:tcPr/>
                </a:tc>
                <a:tc>
                  <a:txBody>
                    <a:bodyPr/>
                    <a:lstStyle/>
                    <a:p>
                      <a:r>
                        <a:rPr lang="en-US" sz="3200" dirty="0"/>
                        <a:t>0.205</a:t>
                      </a:r>
                    </a:p>
                  </a:txBody>
                  <a:tcPr/>
                </a:tc>
                <a:tc>
                  <a:txBody>
                    <a:bodyPr/>
                    <a:lstStyle/>
                    <a:p>
                      <a:endParaRPr lang="en-US" sz="3200" dirty="0"/>
                    </a:p>
                  </a:txBody>
                  <a:tcPr/>
                </a:tc>
                <a:extLst>
                  <a:ext uri="{0D108BD9-81ED-4DB2-BD59-A6C34878D82A}">
                    <a16:rowId xmlns:a16="http://schemas.microsoft.com/office/drawing/2014/main" val="69262227"/>
                  </a:ext>
                </a:extLst>
              </a:tr>
              <a:tr h="370840">
                <a:tc>
                  <a:txBody>
                    <a:bodyPr/>
                    <a:lstStyle/>
                    <a:p>
                      <a:r>
                        <a:rPr lang="en-US" sz="3200" dirty="0"/>
                        <a:t>Back Problems</a:t>
                      </a:r>
                    </a:p>
                  </a:txBody>
                  <a:tcPr/>
                </a:tc>
                <a:tc>
                  <a:txBody>
                    <a:bodyPr/>
                    <a:lstStyle/>
                    <a:p>
                      <a:r>
                        <a:rPr lang="en-US" sz="3200" dirty="0"/>
                        <a:t>0.0848</a:t>
                      </a:r>
                    </a:p>
                  </a:txBody>
                  <a:tcPr/>
                </a:tc>
                <a:tc>
                  <a:txBody>
                    <a:bodyPr/>
                    <a:lstStyle/>
                    <a:p>
                      <a:endParaRPr lang="en-US" sz="3200" dirty="0"/>
                    </a:p>
                  </a:txBody>
                  <a:tcPr/>
                </a:tc>
                <a:extLst>
                  <a:ext uri="{0D108BD9-81ED-4DB2-BD59-A6C34878D82A}">
                    <a16:rowId xmlns:a16="http://schemas.microsoft.com/office/drawing/2014/main" val="1567757765"/>
                  </a:ext>
                </a:extLst>
              </a:tr>
              <a:tr h="370840">
                <a:tc>
                  <a:txBody>
                    <a:bodyPr/>
                    <a:lstStyle/>
                    <a:p>
                      <a:r>
                        <a:rPr lang="en-US" sz="3200" dirty="0"/>
                        <a:t>Bone Problems</a:t>
                      </a:r>
                    </a:p>
                  </a:txBody>
                  <a:tcPr/>
                </a:tc>
                <a:tc>
                  <a:txBody>
                    <a:bodyPr/>
                    <a:lstStyle/>
                    <a:p>
                      <a:r>
                        <a:rPr lang="en-US" sz="3200" dirty="0"/>
                        <a:t>0.287</a:t>
                      </a:r>
                    </a:p>
                  </a:txBody>
                  <a:tcPr/>
                </a:tc>
                <a:tc>
                  <a:txBody>
                    <a:bodyPr/>
                    <a:lstStyle/>
                    <a:p>
                      <a:endParaRPr lang="en-US" sz="3200" dirty="0"/>
                    </a:p>
                  </a:txBody>
                  <a:tcPr/>
                </a:tc>
                <a:extLst>
                  <a:ext uri="{0D108BD9-81ED-4DB2-BD59-A6C34878D82A}">
                    <a16:rowId xmlns:a16="http://schemas.microsoft.com/office/drawing/2014/main" val="1046009227"/>
                  </a:ext>
                </a:extLst>
              </a:tr>
              <a:tr h="370840">
                <a:tc>
                  <a:txBody>
                    <a:bodyPr/>
                    <a:lstStyle/>
                    <a:p>
                      <a:r>
                        <a:rPr lang="en-US" sz="3200" dirty="0"/>
                        <a:t>Heart Problems</a:t>
                      </a:r>
                    </a:p>
                  </a:txBody>
                  <a:tcPr/>
                </a:tc>
                <a:tc>
                  <a:txBody>
                    <a:bodyPr/>
                    <a:lstStyle/>
                    <a:p>
                      <a:r>
                        <a:rPr lang="en-US" sz="3200" dirty="0"/>
                        <a:t>0.96</a:t>
                      </a:r>
                    </a:p>
                  </a:txBody>
                  <a:tcPr/>
                </a:tc>
                <a:tc>
                  <a:txBody>
                    <a:bodyPr/>
                    <a:lstStyle/>
                    <a:p>
                      <a:endParaRPr lang="en-US" sz="3200" dirty="0"/>
                    </a:p>
                  </a:txBody>
                  <a:tcPr/>
                </a:tc>
                <a:extLst>
                  <a:ext uri="{0D108BD9-81ED-4DB2-BD59-A6C34878D82A}">
                    <a16:rowId xmlns:a16="http://schemas.microsoft.com/office/drawing/2014/main" val="929647102"/>
                  </a:ext>
                </a:extLst>
              </a:tr>
              <a:tr h="370840">
                <a:tc>
                  <a:txBody>
                    <a:bodyPr/>
                    <a:lstStyle/>
                    <a:p>
                      <a:r>
                        <a:rPr lang="en-US" sz="3200" dirty="0"/>
                        <a:t>Eye Problems</a:t>
                      </a:r>
                    </a:p>
                  </a:txBody>
                  <a:tcPr/>
                </a:tc>
                <a:tc>
                  <a:txBody>
                    <a:bodyPr/>
                    <a:lstStyle/>
                    <a:p>
                      <a:r>
                        <a:rPr lang="en-US" sz="3200" dirty="0"/>
                        <a:t>0.107</a:t>
                      </a:r>
                    </a:p>
                  </a:txBody>
                  <a:tcPr/>
                </a:tc>
                <a:tc>
                  <a:txBody>
                    <a:bodyPr/>
                    <a:lstStyle/>
                    <a:p>
                      <a:endParaRPr lang="en-US" sz="3200" dirty="0"/>
                    </a:p>
                  </a:txBody>
                  <a:tcPr/>
                </a:tc>
                <a:extLst>
                  <a:ext uri="{0D108BD9-81ED-4DB2-BD59-A6C34878D82A}">
                    <a16:rowId xmlns:a16="http://schemas.microsoft.com/office/drawing/2014/main" val="2884693366"/>
                  </a:ext>
                </a:extLst>
              </a:tr>
              <a:tr h="370840">
                <a:tc>
                  <a:txBody>
                    <a:bodyPr/>
                    <a:lstStyle/>
                    <a:p>
                      <a:r>
                        <a:rPr lang="en-US" sz="3200" dirty="0"/>
                        <a:t>Ear Problems</a:t>
                      </a:r>
                    </a:p>
                  </a:txBody>
                  <a:tcPr/>
                </a:tc>
                <a:tc>
                  <a:txBody>
                    <a:bodyPr/>
                    <a:lstStyle/>
                    <a:p>
                      <a:r>
                        <a:rPr lang="en-US" sz="3200" dirty="0"/>
                        <a:t>0.11</a:t>
                      </a:r>
                    </a:p>
                  </a:txBody>
                  <a:tcPr/>
                </a:tc>
                <a:tc>
                  <a:txBody>
                    <a:bodyPr/>
                    <a:lstStyle/>
                    <a:p>
                      <a:endParaRPr lang="en-US" sz="3200" dirty="0"/>
                    </a:p>
                  </a:txBody>
                  <a:tcPr/>
                </a:tc>
                <a:extLst>
                  <a:ext uri="{0D108BD9-81ED-4DB2-BD59-A6C34878D82A}">
                    <a16:rowId xmlns:a16="http://schemas.microsoft.com/office/drawing/2014/main" val="1561562894"/>
                  </a:ext>
                </a:extLst>
              </a:tr>
              <a:tr h="370840">
                <a:tc>
                  <a:txBody>
                    <a:bodyPr/>
                    <a:lstStyle/>
                    <a:p>
                      <a:r>
                        <a:rPr lang="en-US" sz="2800" dirty="0"/>
                        <a:t>Limb Loss/Impairment</a:t>
                      </a:r>
                    </a:p>
                  </a:txBody>
                  <a:tcPr/>
                </a:tc>
                <a:tc>
                  <a:txBody>
                    <a:bodyPr/>
                    <a:lstStyle/>
                    <a:p>
                      <a:r>
                        <a:rPr lang="en-US" sz="3200" dirty="0"/>
                        <a:t>0.581</a:t>
                      </a:r>
                    </a:p>
                  </a:txBody>
                  <a:tcPr/>
                </a:tc>
                <a:tc>
                  <a:txBody>
                    <a:bodyPr/>
                    <a:lstStyle/>
                    <a:p>
                      <a:endParaRPr lang="en-US" sz="3200" dirty="0"/>
                    </a:p>
                  </a:txBody>
                  <a:tcPr/>
                </a:tc>
                <a:extLst>
                  <a:ext uri="{0D108BD9-81ED-4DB2-BD59-A6C34878D82A}">
                    <a16:rowId xmlns:a16="http://schemas.microsoft.com/office/drawing/2014/main" val="1675238324"/>
                  </a:ext>
                </a:extLst>
              </a:tr>
              <a:tr h="370840">
                <a:tc>
                  <a:txBody>
                    <a:bodyPr/>
                    <a:lstStyle/>
                    <a:p>
                      <a:r>
                        <a:rPr lang="en-US" sz="3200" dirty="0"/>
                        <a:t>Lung Problems</a:t>
                      </a:r>
                    </a:p>
                  </a:txBody>
                  <a:tcPr/>
                </a:tc>
                <a:tc>
                  <a:txBody>
                    <a:bodyPr/>
                    <a:lstStyle/>
                    <a:p>
                      <a:r>
                        <a:rPr lang="en-US" sz="3200" dirty="0"/>
                        <a:t>0.117</a:t>
                      </a:r>
                    </a:p>
                  </a:txBody>
                  <a:tcPr/>
                </a:tc>
                <a:tc>
                  <a:txBody>
                    <a:bodyPr/>
                    <a:lstStyle/>
                    <a:p>
                      <a:endParaRPr lang="en-US" sz="3200" dirty="0"/>
                    </a:p>
                  </a:txBody>
                  <a:tcPr/>
                </a:tc>
                <a:extLst>
                  <a:ext uri="{0D108BD9-81ED-4DB2-BD59-A6C34878D82A}">
                    <a16:rowId xmlns:a16="http://schemas.microsoft.com/office/drawing/2014/main" val="1554966689"/>
                  </a:ext>
                </a:extLst>
              </a:tr>
              <a:tr h="370840">
                <a:tc>
                  <a:txBody>
                    <a:bodyPr/>
                    <a:lstStyle/>
                    <a:p>
                      <a:r>
                        <a:rPr lang="en-US" sz="2800" dirty="0"/>
                        <a:t>Neurological Problems</a:t>
                      </a:r>
                    </a:p>
                  </a:txBody>
                  <a:tcPr/>
                </a:tc>
                <a:tc>
                  <a:txBody>
                    <a:bodyPr/>
                    <a:lstStyle/>
                    <a:p>
                      <a:r>
                        <a:rPr lang="en-US" sz="3200" dirty="0"/>
                        <a:t>0.4</a:t>
                      </a:r>
                    </a:p>
                  </a:txBody>
                  <a:tcPr/>
                </a:tc>
                <a:tc>
                  <a:txBody>
                    <a:bodyPr/>
                    <a:lstStyle/>
                    <a:p>
                      <a:endParaRPr lang="en-US" sz="3200" dirty="0"/>
                    </a:p>
                  </a:txBody>
                  <a:tcPr/>
                </a:tc>
                <a:extLst>
                  <a:ext uri="{0D108BD9-81ED-4DB2-BD59-A6C34878D82A}">
                    <a16:rowId xmlns:a16="http://schemas.microsoft.com/office/drawing/2014/main" val="1228634986"/>
                  </a:ext>
                </a:extLst>
              </a:tr>
              <a:tr h="370840">
                <a:tc>
                  <a:txBody>
                    <a:bodyPr/>
                    <a:lstStyle/>
                    <a:p>
                      <a:r>
                        <a:rPr lang="en-US" sz="3200" dirty="0"/>
                        <a:t>Other Disability</a:t>
                      </a:r>
                    </a:p>
                  </a:txBody>
                  <a:tcPr/>
                </a:tc>
                <a:tc>
                  <a:txBody>
                    <a:bodyPr/>
                    <a:lstStyle/>
                    <a:p>
                      <a:r>
                        <a:rPr lang="en-US" sz="3200" dirty="0"/>
                        <a:t>0.913</a:t>
                      </a:r>
                    </a:p>
                  </a:txBody>
                  <a:tcPr/>
                </a:tc>
                <a:tc>
                  <a:txBody>
                    <a:bodyPr/>
                    <a:lstStyle/>
                    <a:p>
                      <a:endParaRPr lang="en-US" sz="3200" dirty="0"/>
                    </a:p>
                  </a:txBody>
                  <a:tcPr/>
                </a:tc>
                <a:extLst>
                  <a:ext uri="{0D108BD9-81ED-4DB2-BD59-A6C34878D82A}">
                    <a16:rowId xmlns:a16="http://schemas.microsoft.com/office/drawing/2014/main" val="1380336612"/>
                  </a:ext>
                </a:extLst>
              </a:tr>
            </a:tbl>
          </a:graphicData>
        </a:graphic>
      </p:graphicFrame>
      <p:sp>
        <p:nvSpPr>
          <p:cNvPr id="40" name="Arrow: Left-Right 39">
            <a:extLst>
              <a:ext uri="{FF2B5EF4-FFF2-40B4-BE49-F238E27FC236}">
                <a16:creationId xmlns:a16="http://schemas.microsoft.com/office/drawing/2014/main" id="{141B0021-9F16-43D7-6AB1-51ED78F68AB1}"/>
              </a:ext>
            </a:extLst>
          </p:cNvPr>
          <p:cNvSpPr/>
          <p:nvPr/>
        </p:nvSpPr>
        <p:spPr>
          <a:xfrm>
            <a:off x="39480489" y="26445870"/>
            <a:ext cx="671124" cy="407391"/>
          </a:xfrm>
          <a:prstGeom prst="leftRightArrow">
            <a:avLst/>
          </a:prstGeom>
          <a:solidFill>
            <a:srgbClr val="FFFF00"/>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41" name="Arrow: Left-Right 40">
            <a:extLst>
              <a:ext uri="{FF2B5EF4-FFF2-40B4-BE49-F238E27FC236}">
                <a16:creationId xmlns:a16="http://schemas.microsoft.com/office/drawing/2014/main" id="{A59CC11C-79D1-BA7D-B312-74C5098FB556}"/>
              </a:ext>
            </a:extLst>
          </p:cNvPr>
          <p:cNvSpPr/>
          <p:nvPr/>
        </p:nvSpPr>
        <p:spPr>
          <a:xfrm>
            <a:off x="39480489" y="27056291"/>
            <a:ext cx="671124" cy="407391"/>
          </a:xfrm>
          <a:prstGeom prst="leftRightArrow">
            <a:avLst/>
          </a:prstGeom>
          <a:solidFill>
            <a:srgbClr val="FFFF00"/>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45" name="Arrow: Left-Right 44">
            <a:extLst>
              <a:ext uri="{FF2B5EF4-FFF2-40B4-BE49-F238E27FC236}">
                <a16:creationId xmlns:a16="http://schemas.microsoft.com/office/drawing/2014/main" id="{8E565A1D-C78A-87C4-9FCC-A26F57AF1618}"/>
              </a:ext>
            </a:extLst>
          </p:cNvPr>
          <p:cNvSpPr/>
          <p:nvPr/>
        </p:nvSpPr>
        <p:spPr>
          <a:xfrm>
            <a:off x="39480489" y="27628141"/>
            <a:ext cx="671124" cy="407391"/>
          </a:xfrm>
          <a:prstGeom prst="leftRightArrow">
            <a:avLst/>
          </a:prstGeom>
          <a:solidFill>
            <a:srgbClr val="FFFF00"/>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46" name="Arrow: Left-Right 45">
            <a:extLst>
              <a:ext uri="{FF2B5EF4-FFF2-40B4-BE49-F238E27FC236}">
                <a16:creationId xmlns:a16="http://schemas.microsoft.com/office/drawing/2014/main" id="{C5E2550D-D9F4-A8BF-C6BB-DE4C6486F051}"/>
              </a:ext>
            </a:extLst>
          </p:cNvPr>
          <p:cNvSpPr/>
          <p:nvPr/>
        </p:nvSpPr>
        <p:spPr>
          <a:xfrm>
            <a:off x="39480489" y="28217189"/>
            <a:ext cx="671124" cy="407391"/>
          </a:xfrm>
          <a:prstGeom prst="leftRightArrow">
            <a:avLst/>
          </a:prstGeom>
          <a:solidFill>
            <a:srgbClr val="FFFF00"/>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47" name="Arrow: Left-Right 46">
            <a:extLst>
              <a:ext uri="{FF2B5EF4-FFF2-40B4-BE49-F238E27FC236}">
                <a16:creationId xmlns:a16="http://schemas.microsoft.com/office/drawing/2014/main" id="{88597578-34C5-6C6A-CF79-446E600FDA96}"/>
              </a:ext>
            </a:extLst>
          </p:cNvPr>
          <p:cNvSpPr/>
          <p:nvPr/>
        </p:nvSpPr>
        <p:spPr>
          <a:xfrm>
            <a:off x="39480489" y="28831137"/>
            <a:ext cx="671124" cy="407391"/>
          </a:xfrm>
          <a:prstGeom prst="leftRightArrow">
            <a:avLst/>
          </a:prstGeom>
          <a:solidFill>
            <a:srgbClr val="FFFF00"/>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49" name="Arrow: Left-Right 48">
            <a:extLst>
              <a:ext uri="{FF2B5EF4-FFF2-40B4-BE49-F238E27FC236}">
                <a16:creationId xmlns:a16="http://schemas.microsoft.com/office/drawing/2014/main" id="{5315F782-287C-3AEA-D200-8B4284E2CB2C}"/>
              </a:ext>
            </a:extLst>
          </p:cNvPr>
          <p:cNvSpPr/>
          <p:nvPr/>
        </p:nvSpPr>
        <p:spPr>
          <a:xfrm>
            <a:off x="39480489" y="29386362"/>
            <a:ext cx="671124" cy="407391"/>
          </a:xfrm>
          <a:prstGeom prst="leftRightArrow">
            <a:avLst/>
          </a:prstGeom>
          <a:solidFill>
            <a:srgbClr val="FFFF00"/>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53" name="Arrow: Left-Right 52">
            <a:extLst>
              <a:ext uri="{FF2B5EF4-FFF2-40B4-BE49-F238E27FC236}">
                <a16:creationId xmlns:a16="http://schemas.microsoft.com/office/drawing/2014/main" id="{3DFF173C-F7B2-4956-189F-6737F5D79313}"/>
              </a:ext>
            </a:extLst>
          </p:cNvPr>
          <p:cNvSpPr/>
          <p:nvPr/>
        </p:nvSpPr>
        <p:spPr>
          <a:xfrm>
            <a:off x="39480489" y="29941587"/>
            <a:ext cx="671124" cy="407391"/>
          </a:xfrm>
          <a:prstGeom prst="leftRightArrow">
            <a:avLst/>
          </a:prstGeom>
          <a:solidFill>
            <a:srgbClr val="FFFF00"/>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54" name="Arrow: Left-Right 53">
            <a:extLst>
              <a:ext uri="{FF2B5EF4-FFF2-40B4-BE49-F238E27FC236}">
                <a16:creationId xmlns:a16="http://schemas.microsoft.com/office/drawing/2014/main" id="{9AE225CC-38D6-73DE-E9CC-17F087D1294B}"/>
              </a:ext>
            </a:extLst>
          </p:cNvPr>
          <p:cNvSpPr/>
          <p:nvPr/>
        </p:nvSpPr>
        <p:spPr>
          <a:xfrm>
            <a:off x="39480489" y="30522765"/>
            <a:ext cx="671124" cy="407391"/>
          </a:xfrm>
          <a:prstGeom prst="leftRightArrow">
            <a:avLst/>
          </a:prstGeom>
          <a:solidFill>
            <a:srgbClr val="FFFF00"/>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graphicFrame>
        <p:nvGraphicFramePr>
          <p:cNvPr id="55" name="Table 4">
            <a:extLst>
              <a:ext uri="{FF2B5EF4-FFF2-40B4-BE49-F238E27FC236}">
                <a16:creationId xmlns:a16="http://schemas.microsoft.com/office/drawing/2014/main" id="{751B2A76-C338-1DB0-E54E-61F917F3978F}"/>
              </a:ext>
            </a:extLst>
          </p:cNvPr>
          <p:cNvGraphicFramePr>
            <a:graphicFrameLocks/>
          </p:cNvGraphicFramePr>
          <p:nvPr>
            <p:extLst>
              <p:ext uri="{D42A27DB-BD31-4B8C-83A1-F6EECF244321}">
                <p14:modId xmlns:p14="http://schemas.microsoft.com/office/powerpoint/2010/main" val="2027320125"/>
              </p:ext>
            </p:extLst>
          </p:nvPr>
        </p:nvGraphicFramePr>
        <p:xfrm>
          <a:off x="22707600" y="5214174"/>
          <a:ext cx="7831179" cy="5699760"/>
        </p:xfrm>
        <a:graphic>
          <a:graphicData uri="http://schemas.openxmlformats.org/drawingml/2006/table">
            <a:tbl>
              <a:tblPr firstRow="1" bandRow="1">
                <a:tableStyleId>{21E4AEA4-8DFA-4A89-87EB-49C32662AFE0}</a:tableStyleId>
              </a:tblPr>
              <a:tblGrid>
                <a:gridCol w="3505199">
                  <a:extLst>
                    <a:ext uri="{9D8B030D-6E8A-4147-A177-3AD203B41FA5}">
                      <a16:colId xmlns:a16="http://schemas.microsoft.com/office/drawing/2014/main" val="1296679198"/>
                    </a:ext>
                  </a:extLst>
                </a:gridCol>
                <a:gridCol w="1616393">
                  <a:extLst>
                    <a:ext uri="{9D8B030D-6E8A-4147-A177-3AD203B41FA5}">
                      <a16:colId xmlns:a16="http://schemas.microsoft.com/office/drawing/2014/main" val="4099652891"/>
                    </a:ext>
                  </a:extLst>
                </a:gridCol>
                <a:gridCol w="2709587">
                  <a:extLst>
                    <a:ext uri="{9D8B030D-6E8A-4147-A177-3AD203B41FA5}">
                      <a16:colId xmlns:a16="http://schemas.microsoft.com/office/drawing/2014/main" val="3751256326"/>
                    </a:ext>
                  </a:extLst>
                </a:gridCol>
              </a:tblGrid>
              <a:tr h="370840">
                <a:tc gridSpan="3">
                  <a:txBody>
                    <a:bodyPr/>
                    <a:lstStyle/>
                    <a:p>
                      <a:pPr algn="ctr"/>
                      <a:r>
                        <a:rPr lang="en-US" sz="3200" dirty="0"/>
                        <a:t>Back Problems </a:t>
                      </a:r>
                      <a:r>
                        <a:rPr lang="en-US" sz="3200"/>
                        <a:t>by Drug Type</a:t>
                      </a:r>
                      <a:endParaRPr lang="en-US" sz="3200" dirty="0"/>
                    </a:p>
                  </a:txBody>
                  <a:tcPr/>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3291466064"/>
                  </a:ext>
                </a:extLst>
              </a:tr>
              <a:tr h="370840">
                <a:tc>
                  <a:txBody>
                    <a:bodyPr/>
                    <a:lstStyle/>
                    <a:p>
                      <a:pPr algn="ctr"/>
                      <a:r>
                        <a:rPr lang="en-US" sz="3200" b="1" dirty="0"/>
                        <a:t>Factor</a:t>
                      </a:r>
                    </a:p>
                  </a:txBody>
                  <a:tcPr/>
                </a:tc>
                <a:tc>
                  <a:txBody>
                    <a:bodyPr/>
                    <a:lstStyle/>
                    <a:p>
                      <a:pPr algn="ctr"/>
                      <a:r>
                        <a:rPr lang="en-US" sz="3200" b="1" dirty="0"/>
                        <a:t>P-value</a:t>
                      </a:r>
                    </a:p>
                  </a:txBody>
                  <a:tcPr/>
                </a:tc>
                <a:tc>
                  <a:txBody>
                    <a:bodyPr/>
                    <a:lstStyle/>
                    <a:p>
                      <a:pPr algn="ctr"/>
                      <a:r>
                        <a:rPr lang="en-US" sz="3200" b="1" dirty="0"/>
                        <a:t>Relative</a:t>
                      </a:r>
                    </a:p>
                    <a:p>
                      <a:pPr algn="ctr"/>
                      <a:r>
                        <a:rPr lang="en-US" sz="3200" b="1" dirty="0"/>
                        <a:t>Impact</a:t>
                      </a:r>
                    </a:p>
                  </a:txBody>
                  <a:tcPr/>
                </a:tc>
                <a:extLst>
                  <a:ext uri="{0D108BD9-81ED-4DB2-BD59-A6C34878D82A}">
                    <a16:rowId xmlns:a16="http://schemas.microsoft.com/office/drawing/2014/main" val="3139164088"/>
                  </a:ext>
                </a:extLst>
              </a:tr>
              <a:tr h="370840">
                <a:tc>
                  <a:txBody>
                    <a:bodyPr/>
                    <a:lstStyle/>
                    <a:p>
                      <a:r>
                        <a:rPr lang="en-US" sz="2800" dirty="0"/>
                        <a:t>Uses Coca Derivatives</a:t>
                      </a:r>
                    </a:p>
                  </a:txBody>
                  <a:tcPr/>
                </a:tc>
                <a:tc>
                  <a:txBody>
                    <a:bodyPr/>
                    <a:lstStyle/>
                    <a:p>
                      <a:r>
                        <a:rPr lang="en-US" sz="3200" dirty="0"/>
                        <a:t>0.203</a:t>
                      </a:r>
                    </a:p>
                  </a:txBody>
                  <a:tcPr/>
                </a:tc>
                <a:tc>
                  <a:txBody>
                    <a:bodyPr/>
                    <a:lstStyle/>
                    <a:p>
                      <a:endParaRPr lang="en-US" sz="3200" dirty="0"/>
                    </a:p>
                  </a:txBody>
                  <a:tcPr/>
                </a:tc>
                <a:extLst>
                  <a:ext uri="{0D108BD9-81ED-4DB2-BD59-A6C34878D82A}">
                    <a16:rowId xmlns:a16="http://schemas.microsoft.com/office/drawing/2014/main" val="69262227"/>
                  </a:ext>
                </a:extLst>
              </a:tr>
              <a:tr h="370840">
                <a:tc>
                  <a:txBody>
                    <a:bodyPr/>
                    <a:lstStyle/>
                    <a:p>
                      <a:r>
                        <a:rPr lang="en-US" sz="3200" dirty="0"/>
                        <a:t>Uses Hallucinogens</a:t>
                      </a:r>
                    </a:p>
                  </a:txBody>
                  <a:tcPr/>
                </a:tc>
                <a:tc>
                  <a:txBody>
                    <a:bodyPr/>
                    <a:lstStyle/>
                    <a:p>
                      <a:r>
                        <a:rPr lang="en-US" sz="3200" dirty="0"/>
                        <a:t>0.602</a:t>
                      </a:r>
                    </a:p>
                  </a:txBody>
                  <a:tcPr/>
                </a:tc>
                <a:tc>
                  <a:txBody>
                    <a:bodyPr/>
                    <a:lstStyle/>
                    <a:p>
                      <a:endParaRPr lang="en-US" sz="3200" dirty="0"/>
                    </a:p>
                  </a:txBody>
                  <a:tcPr/>
                </a:tc>
                <a:extLst>
                  <a:ext uri="{0D108BD9-81ED-4DB2-BD59-A6C34878D82A}">
                    <a16:rowId xmlns:a16="http://schemas.microsoft.com/office/drawing/2014/main" val="1567757765"/>
                  </a:ext>
                </a:extLst>
              </a:tr>
              <a:tr h="370840">
                <a:tc>
                  <a:txBody>
                    <a:bodyPr/>
                    <a:lstStyle/>
                    <a:p>
                      <a:r>
                        <a:rPr lang="en-US" sz="3200" dirty="0"/>
                        <a:t>Uses THC Products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3200" dirty="0"/>
                        <a:t>0.143</a:t>
                      </a:r>
                    </a:p>
                  </a:txBody>
                  <a:tcPr/>
                </a:tc>
                <a:tc>
                  <a:txBody>
                    <a:bodyPr/>
                    <a:lstStyle/>
                    <a:p>
                      <a:endParaRPr lang="en-US" sz="3200"/>
                    </a:p>
                  </a:txBody>
                  <a:tcPr/>
                </a:tc>
                <a:extLst>
                  <a:ext uri="{0D108BD9-81ED-4DB2-BD59-A6C34878D82A}">
                    <a16:rowId xmlns:a16="http://schemas.microsoft.com/office/drawing/2014/main" val="1046009227"/>
                  </a:ext>
                </a:extLst>
              </a:tr>
              <a:tr h="370840">
                <a:tc>
                  <a:txBody>
                    <a:bodyPr/>
                    <a:lstStyle/>
                    <a:p>
                      <a:r>
                        <a:rPr lang="en-US" sz="3200" dirty="0"/>
                        <a:t>Uses Painkillers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3200" dirty="0"/>
                        <a:t>&lt;0.001</a:t>
                      </a:r>
                    </a:p>
                  </a:txBody>
                  <a:tcPr/>
                </a:tc>
                <a:tc>
                  <a:txBody>
                    <a:bodyPr/>
                    <a:lstStyle/>
                    <a:p>
                      <a:endParaRPr lang="en-US" sz="3200" dirty="0"/>
                    </a:p>
                  </a:txBody>
                  <a:tcPr/>
                </a:tc>
                <a:extLst>
                  <a:ext uri="{0D108BD9-81ED-4DB2-BD59-A6C34878D82A}">
                    <a16:rowId xmlns:a16="http://schemas.microsoft.com/office/drawing/2014/main" val="929647102"/>
                  </a:ext>
                </a:extLst>
              </a:tr>
              <a:tr h="370840">
                <a:tc>
                  <a:txBody>
                    <a:bodyPr/>
                    <a:lstStyle/>
                    <a:p>
                      <a:r>
                        <a:rPr lang="en-US" sz="3200" dirty="0"/>
                        <a:t>Uses Sedatives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3200" dirty="0"/>
                        <a:t>0.00352</a:t>
                      </a:r>
                    </a:p>
                  </a:txBody>
                  <a:tcPr/>
                </a:tc>
                <a:tc>
                  <a:txBody>
                    <a:bodyPr/>
                    <a:lstStyle/>
                    <a:p>
                      <a:endParaRPr lang="en-US" sz="3200" dirty="0"/>
                    </a:p>
                  </a:txBody>
                  <a:tcPr/>
                </a:tc>
                <a:extLst>
                  <a:ext uri="{0D108BD9-81ED-4DB2-BD59-A6C34878D82A}">
                    <a16:rowId xmlns:a16="http://schemas.microsoft.com/office/drawing/2014/main" val="2884693366"/>
                  </a:ext>
                </a:extLst>
              </a:tr>
              <a:tr h="370840">
                <a:tc>
                  <a:txBody>
                    <a:bodyPr/>
                    <a:lstStyle/>
                    <a:p>
                      <a:r>
                        <a:rPr lang="en-US" sz="3200" dirty="0"/>
                        <a:t>Uses Stimulants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3200" dirty="0"/>
                        <a:t>0.216</a:t>
                      </a:r>
                    </a:p>
                  </a:txBody>
                  <a:tcPr/>
                </a:tc>
                <a:tc>
                  <a:txBody>
                    <a:bodyPr/>
                    <a:lstStyle/>
                    <a:p>
                      <a:endParaRPr lang="en-US" sz="3200" dirty="0"/>
                    </a:p>
                  </a:txBody>
                  <a:tcPr/>
                </a:tc>
                <a:extLst>
                  <a:ext uri="{0D108BD9-81ED-4DB2-BD59-A6C34878D82A}">
                    <a16:rowId xmlns:a16="http://schemas.microsoft.com/office/drawing/2014/main" val="1561562894"/>
                  </a:ext>
                </a:extLst>
              </a:tr>
              <a:tr h="370840">
                <a:tc>
                  <a:txBody>
                    <a:bodyPr/>
                    <a:lstStyle/>
                    <a:p>
                      <a:r>
                        <a:rPr lang="en-US" sz="3200" dirty="0"/>
                        <a:t>Uses Tranquilizers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3200" dirty="0"/>
                        <a:t>0.00661</a:t>
                      </a:r>
                    </a:p>
                  </a:txBody>
                  <a:tcPr/>
                </a:tc>
                <a:tc>
                  <a:txBody>
                    <a:bodyPr/>
                    <a:lstStyle/>
                    <a:p>
                      <a:endParaRPr lang="en-US" sz="3200" dirty="0"/>
                    </a:p>
                  </a:txBody>
                  <a:tcPr/>
                </a:tc>
                <a:extLst>
                  <a:ext uri="{0D108BD9-81ED-4DB2-BD59-A6C34878D82A}">
                    <a16:rowId xmlns:a16="http://schemas.microsoft.com/office/drawing/2014/main" val="1675238324"/>
                  </a:ext>
                </a:extLst>
              </a:tr>
            </a:tbl>
          </a:graphicData>
        </a:graphic>
      </p:graphicFrame>
      <p:sp>
        <p:nvSpPr>
          <p:cNvPr id="56" name="Arrow: Up 55">
            <a:extLst>
              <a:ext uri="{FF2B5EF4-FFF2-40B4-BE49-F238E27FC236}">
                <a16:creationId xmlns:a16="http://schemas.microsoft.com/office/drawing/2014/main" id="{EBF284A4-DEED-E5F9-ECEB-04EFA10F028F}"/>
              </a:ext>
            </a:extLst>
          </p:cNvPr>
          <p:cNvSpPr/>
          <p:nvPr/>
        </p:nvSpPr>
        <p:spPr>
          <a:xfrm>
            <a:off x="28857456" y="6917765"/>
            <a:ext cx="671124" cy="445710"/>
          </a:xfrm>
          <a:prstGeom prst="up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57" name="Arrow: Up 56">
            <a:extLst>
              <a:ext uri="{FF2B5EF4-FFF2-40B4-BE49-F238E27FC236}">
                <a16:creationId xmlns:a16="http://schemas.microsoft.com/office/drawing/2014/main" id="{58D10C01-66D0-C745-8370-8DA8694E1FA6}"/>
              </a:ext>
            </a:extLst>
          </p:cNvPr>
          <p:cNvSpPr/>
          <p:nvPr/>
        </p:nvSpPr>
        <p:spPr>
          <a:xfrm>
            <a:off x="28857456" y="8680504"/>
            <a:ext cx="671124" cy="407391"/>
          </a:xfrm>
          <a:prstGeom prst="up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58" name="Arrow: Up 57">
            <a:extLst>
              <a:ext uri="{FF2B5EF4-FFF2-40B4-BE49-F238E27FC236}">
                <a16:creationId xmlns:a16="http://schemas.microsoft.com/office/drawing/2014/main" id="{23C575D3-6504-079A-899F-D8C7A926EB71}"/>
              </a:ext>
            </a:extLst>
          </p:cNvPr>
          <p:cNvSpPr/>
          <p:nvPr/>
        </p:nvSpPr>
        <p:spPr>
          <a:xfrm>
            <a:off x="28857456" y="9243966"/>
            <a:ext cx="671124" cy="407392"/>
          </a:xfrm>
          <a:prstGeom prst="up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59" name="Arrow: Up 58">
            <a:extLst>
              <a:ext uri="{FF2B5EF4-FFF2-40B4-BE49-F238E27FC236}">
                <a16:creationId xmlns:a16="http://schemas.microsoft.com/office/drawing/2014/main" id="{2C1AA7DA-CFBF-4DBB-09A4-B3A1BEAE1155}"/>
              </a:ext>
            </a:extLst>
          </p:cNvPr>
          <p:cNvSpPr/>
          <p:nvPr/>
        </p:nvSpPr>
        <p:spPr>
          <a:xfrm>
            <a:off x="28857456" y="10407730"/>
            <a:ext cx="671124" cy="407391"/>
          </a:xfrm>
          <a:prstGeom prst="up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60" name="Arrow: Left-Right 59">
            <a:extLst>
              <a:ext uri="{FF2B5EF4-FFF2-40B4-BE49-F238E27FC236}">
                <a16:creationId xmlns:a16="http://schemas.microsoft.com/office/drawing/2014/main" id="{9C244031-8AFE-949D-5EE4-59053DC4D336}"/>
              </a:ext>
            </a:extLst>
          </p:cNvPr>
          <p:cNvSpPr/>
          <p:nvPr/>
        </p:nvSpPr>
        <p:spPr>
          <a:xfrm>
            <a:off x="28857456" y="7514332"/>
            <a:ext cx="671124" cy="407391"/>
          </a:xfrm>
          <a:prstGeom prst="leftRightArrow">
            <a:avLst/>
          </a:prstGeom>
          <a:solidFill>
            <a:srgbClr val="FFFF00"/>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61" name="Arrow: Left-Right 60">
            <a:extLst>
              <a:ext uri="{FF2B5EF4-FFF2-40B4-BE49-F238E27FC236}">
                <a16:creationId xmlns:a16="http://schemas.microsoft.com/office/drawing/2014/main" id="{7068AF4B-C686-7C76-9852-90DAE715C799}"/>
              </a:ext>
            </a:extLst>
          </p:cNvPr>
          <p:cNvSpPr/>
          <p:nvPr/>
        </p:nvSpPr>
        <p:spPr>
          <a:xfrm>
            <a:off x="28857456" y="8096213"/>
            <a:ext cx="671124" cy="407391"/>
          </a:xfrm>
          <a:prstGeom prst="leftRightArrow">
            <a:avLst/>
          </a:prstGeom>
          <a:solidFill>
            <a:srgbClr val="FFFF00"/>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62" name="Arrow: Left-Right 61">
            <a:extLst>
              <a:ext uri="{FF2B5EF4-FFF2-40B4-BE49-F238E27FC236}">
                <a16:creationId xmlns:a16="http://schemas.microsoft.com/office/drawing/2014/main" id="{952715FC-C0C0-18C4-7E65-8F2F3A36F956}"/>
              </a:ext>
            </a:extLst>
          </p:cNvPr>
          <p:cNvSpPr/>
          <p:nvPr/>
        </p:nvSpPr>
        <p:spPr>
          <a:xfrm>
            <a:off x="28857456" y="9825848"/>
            <a:ext cx="671124" cy="407391"/>
          </a:xfrm>
          <a:prstGeom prst="leftRightArrow">
            <a:avLst/>
          </a:prstGeom>
          <a:solidFill>
            <a:srgbClr val="FFFF00"/>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10" name="Arrow: Left-Right 9">
            <a:extLst>
              <a:ext uri="{FF2B5EF4-FFF2-40B4-BE49-F238E27FC236}">
                <a16:creationId xmlns:a16="http://schemas.microsoft.com/office/drawing/2014/main" id="{1A016FFD-8C68-0C80-22DB-50D49448DF90}"/>
              </a:ext>
            </a:extLst>
          </p:cNvPr>
          <p:cNvSpPr/>
          <p:nvPr/>
        </p:nvSpPr>
        <p:spPr>
          <a:xfrm>
            <a:off x="39424785" y="31103943"/>
            <a:ext cx="671124" cy="407391"/>
          </a:xfrm>
          <a:prstGeom prst="leftRightArrow">
            <a:avLst/>
          </a:prstGeom>
          <a:solidFill>
            <a:srgbClr val="FFFF00"/>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17" name="Arrow: Left-Right 16">
            <a:extLst>
              <a:ext uri="{FF2B5EF4-FFF2-40B4-BE49-F238E27FC236}">
                <a16:creationId xmlns:a16="http://schemas.microsoft.com/office/drawing/2014/main" id="{A5921640-93E9-7C7D-2358-055466569717}"/>
              </a:ext>
            </a:extLst>
          </p:cNvPr>
          <p:cNvSpPr/>
          <p:nvPr/>
        </p:nvSpPr>
        <p:spPr>
          <a:xfrm>
            <a:off x="39424785" y="31714364"/>
            <a:ext cx="671124" cy="407391"/>
          </a:xfrm>
          <a:prstGeom prst="leftRightArrow">
            <a:avLst/>
          </a:prstGeom>
          <a:solidFill>
            <a:srgbClr val="FFFF00"/>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pic>
        <p:nvPicPr>
          <p:cNvPr id="22" name="Picture 21">
            <a:extLst>
              <a:ext uri="{FF2B5EF4-FFF2-40B4-BE49-F238E27FC236}">
                <a16:creationId xmlns:a16="http://schemas.microsoft.com/office/drawing/2014/main" id="{6BB00F04-A4A9-C717-FCAA-A952C72E2F20}"/>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2643542" y="22757293"/>
            <a:ext cx="15728354" cy="9269145"/>
          </a:xfrm>
          <a:prstGeom prst="rect">
            <a:avLst/>
          </a:prstGeom>
        </p:spPr>
      </p:pic>
      <mc:AlternateContent xmlns:mc="http://schemas.openxmlformats.org/markup-compatibility/2006" xmlns:a14="http://schemas.microsoft.com/office/drawing/2010/main">
        <mc:Choice Requires="a14">
          <p:graphicFrame>
            <p:nvGraphicFramePr>
              <p:cNvPr id="4" name="Table 4">
                <a:extLst>
                  <a:ext uri="{FF2B5EF4-FFF2-40B4-BE49-F238E27FC236}">
                    <a16:creationId xmlns:a16="http://schemas.microsoft.com/office/drawing/2014/main" id="{C6BDC84E-B9DE-F88F-B384-96F1472993F5}"/>
                  </a:ext>
                </a:extLst>
              </p:cNvPr>
              <p:cNvGraphicFramePr>
                <a:graphicFrameLocks/>
              </p:cNvGraphicFramePr>
              <p:nvPr>
                <p:extLst>
                  <p:ext uri="{D42A27DB-BD31-4B8C-83A1-F6EECF244321}">
                    <p14:modId xmlns:p14="http://schemas.microsoft.com/office/powerpoint/2010/main" val="3496512928"/>
                  </p:ext>
                </p:extLst>
              </p:nvPr>
            </p:nvGraphicFramePr>
            <p:xfrm>
              <a:off x="26296660" y="25315567"/>
              <a:ext cx="5121592" cy="3261360"/>
            </p:xfrm>
            <a:graphic>
              <a:graphicData uri="http://schemas.openxmlformats.org/drawingml/2006/table">
                <a:tbl>
                  <a:tblPr firstRow="1" bandRow="1">
                    <a:tableStyleId>{21E4AEA4-8DFA-4A89-87EB-49C32662AFE0}</a:tableStyleId>
                  </a:tblPr>
                  <a:tblGrid>
                    <a:gridCol w="3125655">
                      <a:extLst>
                        <a:ext uri="{9D8B030D-6E8A-4147-A177-3AD203B41FA5}">
                          <a16:colId xmlns:a16="http://schemas.microsoft.com/office/drawing/2014/main" val="1296679198"/>
                        </a:ext>
                      </a:extLst>
                    </a:gridCol>
                    <a:gridCol w="1995937">
                      <a:extLst>
                        <a:ext uri="{9D8B030D-6E8A-4147-A177-3AD203B41FA5}">
                          <a16:colId xmlns:a16="http://schemas.microsoft.com/office/drawing/2014/main" val="4099652891"/>
                        </a:ext>
                      </a:extLst>
                    </a:gridCol>
                  </a:tblGrid>
                  <a:tr h="370840">
                    <a:tc>
                      <a:txBody>
                        <a:bodyPr/>
                        <a:lstStyle/>
                        <a:p>
                          <a:pPr algn="ctr"/>
                          <a:r>
                            <a:rPr lang="en-US" sz="3200" b="1" dirty="0"/>
                            <a:t>Test Statistic</a:t>
                          </a:r>
                        </a:p>
                      </a:txBody>
                      <a:tcPr/>
                    </a:tc>
                    <a:tc>
                      <a:txBody>
                        <a:bodyPr/>
                        <a:lstStyle/>
                        <a:p>
                          <a:pPr algn="ctr"/>
                          <a:r>
                            <a:rPr lang="en-US" sz="3200" b="1" dirty="0"/>
                            <a:t>Value</a:t>
                          </a:r>
                        </a:p>
                      </a:txBody>
                      <a:tcPr/>
                    </a:tc>
                    <a:extLst>
                      <a:ext uri="{0D108BD9-81ED-4DB2-BD59-A6C34878D82A}">
                        <a16:rowId xmlns:a16="http://schemas.microsoft.com/office/drawing/2014/main" val="3139164088"/>
                      </a:ext>
                    </a:extLst>
                  </a:tr>
                  <a:tr h="370840">
                    <a:tc>
                      <a:txBody>
                        <a:bodyPr/>
                        <a:lstStyle/>
                        <a:p>
                          <a:r>
                            <a:rPr lang="en-US" sz="2800" dirty="0"/>
                            <a:t>AUC:</a:t>
                          </a:r>
                        </a:p>
                      </a:txBody>
                      <a:tcPr/>
                    </a:tc>
                    <a:tc>
                      <a:txBody>
                        <a:bodyPr/>
                        <a:lstStyle/>
                        <a:p>
                          <a:r>
                            <a:rPr lang="en-US" sz="3200" dirty="0"/>
                            <a:t>0.6819</a:t>
                          </a:r>
                        </a:p>
                      </a:txBody>
                      <a:tcPr/>
                    </a:tc>
                    <a:extLst>
                      <a:ext uri="{0D108BD9-81ED-4DB2-BD59-A6C34878D82A}">
                        <a16:rowId xmlns:a16="http://schemas.microsoft.com/office/drawing/2014/main" val="69262227"/>
                      </a:ext>
                    </a:extLst>
                  </a:tr>
                  <a:tr h="370840">
                    <a:tc>
                      <a:txBody>
                        <a:bodyPr/>
                        <a:lstStyle/>
                        <a:p>
                          <a:r>
                            <a:rPr lang="en-US" sz="2800" dirty="0"/>
                            <a:t>Hosmer-</a:t>
                          </a:r>
                          <a:r>
                            <a:rPr lang="en-US" sz="2800" dirty="0" err="1"/>
                            <a:t>Lemeshow</a:t>
                          </a:r>
                          <a:r>
                            <a:rPr lang="en-US" sz="2800" dirty="0"/>
                            <a:t> P-value:</a:t>
                          </a:r>
                        </a:p>
                      </a:txBody>
                      <a:tcPr/>
                    </a:tc>
                    <a:tc>
                      <a:txBody>
                        <a:bodyPr/>
                        <a:lstStyle/>
                        <a:p>
                          <a:r>
                            <a:rPr lang="en-US" sz="3200" dirty="0"/>
                            <a:t>0.3702</a:t>
                          </a:r>
                        </a:p>
                      </a:txBody>
                      <a:tcPr/>
                    </a:tc>
                    <a:extLst>
                      <a:ext uri="{0D108BD9-81ED-4DB2-BD59-A6C34878D82A}">
                        <a16:rowId xmlns:a16="http://schemas.microsoft.com/office/drawing/2014/main" val="1567757765"/>
                      </a:ext>
                    </a:extLst>
                  </a:tr>
                  <a:tr h="370840">
                    <a:tc>
                      <a:txBody>
                        <a:bodyPr/>
                        <a:lstStyle/>
                        <a:p>
                          <a:r>
                            <a:rPr lang="en-US" sz="3200" dirty="0"/>
                            <a:t>AIC:</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3200" dirty="0"/>
                            <a:t>4436.8</a:t>
                          </a:r>
                        </a:p>
                      </a:txBody>
                      <a:tcPr/>
                    </a:tc>
                    <a:extLst>
                      <a:ext uri="{0D108BD9-81ED-4DB2-BD59-A6C34878D82A}">
                        <a16:rowId xmlns:a16="http://schemas.microsoft.com/office/drawing/2014/main" val="1046009227"/>
                      </a:ext>
                    </a:extLst>
                  </a:tr>
                  <a:tr h="370840">
                    <a:tc>
                      <a:txBody>
                        <a:bodyPr/>
                        <a:lstStyle/>
                        <a:p>
                          <a:r>
                            <a:rPr lang="en-US" sz="3200" dirty="0"/>
                            <a:t>McFadden’s </a:t>
                          </a:r>
                          <a14:m>
                            <m:oMath xmlns:m="http://schemas.openxmlformats.org/officeDocument/2006/math">
                              <m:sSup>
                                <m:sSupPr>
                                  <m:ctrlPr>
                                    <a:rPr lang="en-US" sz="3200" i="1" smtClean="0">
                                      <a:latin typeface="Cambria Math" panose="02040503050406030204" pitchFamily="18" charset="0"/>
                                    </a:rPr>
                                  </m:ctrlPr>
                                </m:sSupPr>
                                <m:e>
                                  <m:r>
                                    <a:rPr lang="en-US" sz="3200" b="0" smtClean="0">
                                      <a:latin typeface="Cambria Math" panose="02040503050406030204" pitchFamily="18" charset="0"/>
                                    </a:rPr>
                                    <m:t>𝑅</m:t>
                                  </m:r>
                                </m:e>
                                <m:sup>
                                  <m:r>
                                    <a:rPr lang="en-US" sz="3200" b="0" smtClean="0">
                                      <a:latin typeface="Cambria Math" panose="02040503050406030204" pitchFamily="18" charset="0"/>
                                    </a:rPr>
                                    <m:t>2</m:t>
                                  </m:r>
                                </m:sup>
                              </m:sSup>
                            </m:oMath>
                          </a14:m>
                          <a:r>
                            <a:rPr lang="en-US" sz="3200" dirty="0"/>
                            <a: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3200" dirty="0"/>
                            <a:t>0.7616</a:t>
                          </a:r>
                        </a:p>
                      </a:txBody>
                      <a:tcPr/>
                    </a:tc>
                    <a:extLst>
                      <a:ext uri="{0D108BD9-81ED-4DB2-BD59-A6C34878D82A}">
                        <a16:rowId xmlns:a16="http://schemas.microsoft.com/office/drawing/2014/main" val="929647102"/>
                      </a:ext>
                    </a:extLst>
                  </a:tr>
                </a:tbl>
              </a:graphicData>
            </a:graphic>
          </p:graphicFrame>
        </mc:Choice>
        <mc:Fallback xmlns="">
          <p:graphicFrame>
            <p:nvGraphicFramePr>
              <p:cNvPr id="4" name="Table 4">
                <a:extLst>
                  <a:ext uri="{FF2B5EF4-FFF2-40B4-BE49-F238E27FC236}">
                    <a16:creationId xmlns:a16="http://schemas.microsoft.com/office/drawing/2014/main" id="{C6BDC84E-B9DE-F88F-B384-96F1472993F5}"/>
                  </a:ext>
                </a:extLst>
              </p:cNvPr>
              <p:cNvGraphicFramePr>
                <a:graphicFrameLocks/>
              </p:cNvGraphicFramePr>
              <p:nvPr>
                <p:extLst>
                  <p:ext uri="{D42A27DB-BD31-4B8C-83A1-F6EECF244321}">
                    <p14:modId xmlns:p14="http://schemas.microsoft.com/office/powerpoint/2010/main" val="3496512928"/>
                  </p:ext>
                </p:extLst>
              </p:nvPr>
            </p:nvGraphicFramePr>
            <p:xfrm>
              <a:off x="26296660" y="25315567"/>
              <a:ext cx="5121592" cy="3272409"/>
            </p:xfrm>
            <a:graphic>
              <a:graphicData uri="http://schemas.openxmlformats.org/drawingml/2006/table">
                <a:tbl>
                  <a:tblPr firstRow="1" bandRow="1">
                    <a:tableStyleId>{21E4AEA4-8DFA-4A89-87EB-49C32662AFE0}</a:tableStyleId>
                  </a:tblPr>
                  <a:tblGrid>
                    <a:gridCol w="3125655">
                      <a:extLst>
                        <a:ext uri="{9D8B030D-6E8A-4147-A177-3AD203B41FA5}">
                          <a16:colId xmlns:a16="http://schemas.microsoft.com/office/drawing/2014/main" val="1296679198"/>
                        </a:ext>
                      </a:extLst>
                    </a:gridCol>
                    <a:gridCol w="1995937">
                      <a:extLst>
                        <a:ext uri="{9D8B030D-6E8A-4147-A177-3AD203B41FA5}">
                          <a16:colId xmlns:a16="http://schemas.microsoft.com/office/drawing/2014/main" val="4099652891"/>
                        </a:ext>
                      </a:extLst>
                    </a:gridCol>
                  </a:tblGrid>
                  <a:tr h="579120">
                    <a:tc>
                      <a:txBody>
                        <a:bodyPr/>
                        <a:lstStyle/>
                        <a:p>
                          <a:pPr algn="ctr"/>
                          <a:r>
                            <a:rPr lang="en-US" sz="3200" b="1" dirty="0"/>
                            <a:t>Test Statistic</a:t>
                          </a:r>
                        </a:p>
                      </a:txBody>
                      <a:tcPr/>
                    </a:tc>
                    <a:tc>
                      <a:txBody>
                        <a:bodyPr/>
                        <a:lstStyle/>
                        <a:p>
                          <a:pPr algn="ctr"/>
                          <a:r>
                            <a:rPr lang="en-US" sz="3200" b="1" dirty="0"/>
                            <a:t>Value</a:t>
                          </a:r>
                        </a:p>
                      </a:txBody>
                      <a:tcPr/>
                    </a:tc>
                    <a:extLst>
                      <a:ext uri="{0D108BD9-81ED-4DB2-BD59-A6C34878D82A}">
                        <a16:rowId xmlns:a16="http://schemas.microsoft.com/office/drawing/2014/main" val="3139164088"/>
                      </a:ext>
                    </a:extLst>
                  </a:tr>
                  <a:tr h="579120">
                    <a:tc>
                      <a:txBody>
                        <a:bodyPr/>
                        <a:lstStyle/>
                        <a:p>
                          <a:r>
                            <a:rPr lang="en-US" sz="2800" dirty="0"/>
                            <a:t>AUC:</a:t>
                          </a:r>
                        </a:p>
                      </a:txBody>
                      <a:tcPr/>
                    </a:tc>
                    <a:tc>
                      <a:txBody>
                        <a:bodyPr/>
                        <a:lstStyle/>
                        <a:p>
                          <a:r>
                            <a:rPr lang="en-US" sz="3200" dirty="0"/>
                            <a:t>0.6819</a:t>
                          </a:r>
                        </a:p>
                      </a:txBody>
                      <a:tcPr/>
                    </a:tc>
                    <a:extLst>
                      <a:ext uri="{0D108BD9-81ED-4DB2-BD59-A6C34878D82A}">
                        <a16:rowId xmlns:a16="http://schemas.microsoft.com/office/drawing/2014/main" val="69262227"/>
                      </a:ext>
                    </a:extLst>
                  </a:tr>
                  <a:tr h="944880">
                    <a:tc>
                      <a:txBody>
                        <a:bodyPr/>
                        <a:lstStyle/>
                        <a:p>
                          <a:r>
                            <a:rPr lang="en-US" sz="2800" dirty="0"/>
                            <a:t>Hosmer-</a:t>
                          </a:r>
                          <a:r>
                            <a:rPr lang="en-US" sz="2800" dirty="0" err="1"/>
                            <a:t>Lemeshow</a:t>
                          </a:r>
                          <a:r>
                            <a:rPr lang="en-US" sz="2800" dirty="0"/>
                            <a:t> P-value:</a:t>
                          </a:r>
                        </a:p>
                      </a:txBody>
                      <a:tcPr/>
                    </a:tc>
                    <a:tc>
                      <a:txBody>
                        <a:bodyPr/>
                        <a:lstStyle/>
                        <a:p>
                          <a:r>
                            <a:rPr lang="en-US" sz="3200" dirty="0"/>
                            <a:t>0.3702</a:t>
                          </a:r>
                        </a:p>
                      </a:txBody>
                      <a:tcPr/>
                    </a:tc>
                    <a:extLst>
                      <a:ext uri="{0D108BD9-81ED-4DB2-BD59-A6C34878D82A}">
                        <a16:rowId xmlns:a16="http://schemas.microsoft.com/office/drawing/2014/main" val="1567757765"/>
                      </a:ext>
                    </a:extLst>
                  </a:tr>
                  <a:tr h="579120">
                    <a:tc>
                      <a:txBody>
                        <a:bodyPr/>
                        <a:lstStyle/>
                        <a:p>
                          <a:r>
                            <a:rPr lang="en-US" sz="3200" dirty="0"/>
                            <a:t>AIC:</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3200" dirty="0"/>
                            <a:t>4436.8</a:t>
                          </a:r>
                        </a:p>
                      </a:txBody>
                      <a:tcPr/>
                    </a:tc>
                    <a:extLst>
                      <a:ext uri="{0D108BD9-81ED-4DB2-BD59-A6C34878D82A}">
                        <a16:rowId xmlns:a16="http://schemas.microsoft.com/office/drawing/2014/main" val="1046009227"/>
                      </a:ext>
                    </a:extLst>
                  </a:tr>
                  <a:tr h="590169">
                    <a:tc>
                      <a:txBody>
                        <a:bodyPr/>
                        <a:lstStyle/>
                        <a:p>
                          <a:endParaRPr lang="en-US"/>
                        </a:p>
                      </a:txBody>
                      <a:tcPr>
                        <a:blipFill>
                          <a:blip r:embed="rId7"/>
                          <a:stretch>
                            <a:fillRect l="-195" t="-468041" r="-64912" b="-32990"/>
                          </a:stretch>
                        </a:blip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3200" dirty="0"/>
                            <a:t>0.7616</a:t>
                          </a:r>
                        </a:p>
                      </a:txBody>
                      <a:tcPr/>
                    </a:tc>
                    <a:extLst>
                      <a:ext uri="{0D108BD9-81ED-4DB2-BD59-A6C34878D82A}">
                        <a16:rowId xmlns:a16="http://schemas.microsoft.com/office/drawing/2014/main" val="929647102"/>
                      </a:ext>
                    </a:extLst>
                  </a:tr>
                </a:tbl>
              </a:graphicData>
            </a:graphic>
          </p:graphicFrame>
        </mc:Fallback>
      </mc:AlternateContent>
      <p:pic>
        <p:nvPicPr>
          <p:cNvPr id="6" name="Picture 5">
            <a:extLst>
              <a:ext uri="{FF2B5EF4-FFF2-40B4-BE49-F238E27FC236}">
                <a16:creationId xmlns:a16="http://schemas.microsoft.com/office/drawing/2014/main" id="{C0E1AAF6-41CA-79E1-7851-3495D2D0D66E}"/>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2643541" y="11633691"/>
            <a:ext cx="17895237" cy="10546148"/>
          </a:xfrm>
          <a:prstGeom prst="rect">
            <a:avLst/>
          </a:prstGeom>
        </p:spPr>
      </p:pic>
      <p:sp>
        <p:nvSpPr>
          <p:cNvPr id="16" name="Rectangle 90">
            <a:extLst>
              <a:ext uri="{FF2B5EF4-FFF2-40B4-BE49-F238E27FC236}">
                <a16:creationId xmlns:a16="http://schemas.microsoft.com/office/drawing/2014/main" id="{3EF68DAC-9806-E56C-C67E-47D10AC77FA7}"/>
              </a:ext>
            </a:extLst>
          </p:cNvPr>
          <p:cNvSpPr>
            <a:spLocks noChangeArrowheads="1"/>
          </p:cNvSpPr>
          <p:nvPr/>
        </p:nvSpPr>
        <p:spPr bwMode="auto">
          <a:xfrm>
            <a:off x="15325983" y="3839945"/>
            <a:ext cx="12905860" cy="780668"/>
          </a:xfrm>
          <a:prstGeom prst="rect">
            <a:avLst/>
          </a:prstGeom>
          <a:solidFill>
            <a:srgbClr val="F5CB2E"/>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lIns="225903" tIns="112951" rIns="225903" bIns="112951" anchor="ctr">
            <a:noAutofit/>
          </a:bodyPr>
          <a:lstStyle/>
          <a:p>
            <a:pPr defTabSz="2259013">
              <a:lnSpc>
                <a:spcPct val="100000"/>
              </a:lnSpc>
              <a:spcBef>
                <a:spcPts val="0"/>
              </a:spcBef>
            </a:pPr>
            <a:r>
              <a:rPr lang="en-US" sz="4000" b="0" dirty="0"/>
              <a:t>Faculty Advisor: Dr. Herman Ray</a:t>
            </a:r>
          </a:p>
        </p:txBody>
      </p:sp>
    </p:spTree>
  </p:cSld>
  <p:clrMapOvr>
    <a:masterClrMapping/>
  </p:clrMapOvr>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Default Desig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spAutoFit/>
      </a:bodyPr>
      <a:lstStyle>
        <a:defPPr marL="0" marR="0" indent="0" algn="ctr" defTabSz="2259013" rtl="0" eaLnBrk="0" fontAlgn="base" latinLnBrk="0" hangingPunct="0">
          <a:lnSpc>
            <a:spcPct val="65000"/>
          </a:lnSpc>
          <a:spcBef>
            <a:spcPct val="50000"/>
          </a:spcBef>
          <a:spcAft>
            <a:spcPct val="0"/>
          </a:spcAft>
          <a:buClrTx/>
          <a:buSzTx/>
          <a:buFontTx/>
          <a:buNone/>
          <a:tabLst/>
          <a:defRPr kumimoji="0" lang="en-US" sz="5400" b="1" i="0" u="none" strike="noStrike" cap="none" normalizeH="0" baseline="0" smtClean="0">
            <a:ln>
              <a:noFill/>
            </a:ln>
            <a:solidFill>
              <a:schemeClr val="tx1"/>
            </a:solidFill>
            <a:effectLst/>
            <a:latin typeface="Times New Roman" pitchFamily="18" charset="0"/>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spAutoFit/>
      </a:bodyPr>
      <a:lstStyle>
        <a:defPPr marL="0" marR="0" indent="0" algn="ctr" defTabSz="2259013" rtl="0" eaLnBrk="0" fontAlgn="base" latinLnBrk="0" hangingPunct="0">
          <a:lnSpc>
            <a:spcPct val="65000"/>
          </a:lnSpc>
          <a:spcBef>
            <a:spcPct val="50000"/>
          </a:spcBef>
          <a:spcAft>
            <a:spcPct val="0"/>
          </a:spcAft>
          <a:buClrTx/>
          <a:buSzTx/>
          <a:buFontTx/>
          <a:buNone/>
          <a:tabLst/>
          <a:defRPr kumimoji="0" lang="en-US" sz="5400" b="1" i="0" u="none" strike="noStrike" cap="none" normalizeH="0" baseline="0" smtClean="0">
            <a:ln>
              <a:noFill/>
            </a:ln>
            <a:solidFill>
              <a:schemeClr val="tx1"/>
            </a:solidFill>
            <a:effectLst/>
            <a:latin typeface="Times New Roman" pitchFamily="18" charset="0"/>
          </a:defRPr>
        </a:defPPr>
      </a:lstStyle>
    </a:lnDef>
  </a:objectDefaults>
  <a:extraClrSchemeLst>
    <a:extraClrScheme>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10604</TotalTime>
  <Words>895</Words>
  <Application>Microsoft Office PowerPoint</Application>
  <PresentationFormat>Custom</PresentationFormat>
  <Paragraphs>105</Paragraphs>
  <Slides>1</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Arial</vt:lpstr>
      <vt:lpstr>Calibri</vt:lpstr>
      <vt:lpstr>Cambria Math</vt:lpstr>
      <vt:lpstr>Times New Roman</vt:lpstr>
      <vt:lpstr>Default Design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 Slide Title</dc:title>
  <dc:creator>Stephen J. Kinzey, Ph.D.</dc:creator>
  <cp:lastModifiedBy>Sean Waggoner</cp:lastModifiedBy>
  <cp:revision>198</cp:revision>
  <dcterms:created xsi:type="dcterms:W3CDTF">1999-06-15T14:29:13Z</dcterms:created>
  <dcterms:modified xsi:type="dcterms:W3CDTF">2022-11-17T23:37:29Z</dcterms:modified>
</cp:coreProperties>
</file>